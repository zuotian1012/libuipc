
<file path=[Content_Types].xml><?xml version="1.0" encoding="utf-8"?>
<Types xmlns="http://schemas.openxmlformats.org/package/2006/content-types">
  <Default Extension="xml" ContentType="application/vnd.openxmlformats-package.core-properties+xml"/>
  <Default Extension="dat" ContentType="application/x-fontdata"/>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slides/charts/chart1.xml" ContentType="application/vnd.openxmlformats-officedocument.drawingml.chart+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e9788d8ebc0a4900" /><Relationship Type="http://schemas.openxmlformats.org/officeDocument/2006/relationships/extended-properties" Target="/docProps/app.xml" Id="Rd9a3d7e5ad9b48a5" /><Relationship Type="http://schemas.openxmlformats.org/officeDocument/2006/relationships/officeDocument" Target="/ppt/presentation.xml" Id="R7466b46002774d31" /></Relationships>
</file>

<file path=ppt/presentation.xml><?xml version="1.0" encoding="utf-8"?>
<p:presentation xmlns:p="http://schemas.openxmlformats.org/presentationml/2006/main" embedTrueTypeFonts="1" saveSubsetFonts="0">
  <p:sldMasterIdLst>
    <p:sldMasterId xmlns:r="http://schemas.openxmlformats.org/officeDocument/2006/relationships" id="2147483648" r:id="Rf708a37d171642e7"/>
  </p:sldMasterIdLst>
  <p:notesMasterIdLst>
    <p:notesMasterId xmlns:r="http://schemas.openxmlformats.org/officeDocument/2006/relationships" r:id="R5ca2539a9f3a4355"/>
  </p:notesMasterIdLst>
  <p:sldIdLst>
    <p:sldId xmlns:r="http://schemas.openxmlformats.org/officeDocument/2006/relationships" id="256" r:id="Rf2e7ef74d85a4164"/>
    <p:sldId xmlns:r="http://schemas.openxmlformats.org/officeDocument/2006/relationships" id="257" r:id="R6e9e2438f1f64742"/>
    <p:sldId xmlns:r="http://schemas.openxmlformats.org/officeDocument/2006/relationships" id="258" r:id="R7cd48975dd734f88"/>
  </p:sldIdLst>
  <p:sldSz cx="12192000" cy="6858000"/>
  <p:notesSz cx="6858000" cy="9144000"/>
  <p:embeddedFontLst>
    <p:embeddedFont>
      <p:font typeface="OpenAI Sans"/>
      <p:regular xmlns:r="http://schemas.openxmlformats.org/officeDocument/2006/relationships" r:id="R497913b517544f5a"/>
      <p:bold xmlns:r="http://schemas.openxmlformats.org/officeDocument/2006/relationships" r:id="R2750b87dc5304d7b"/>
      <p:italic xmlns:r="http://schemas.openxmlformats.org/officeDocument/2006/relationships" r:id="R1ad2dead67bd4d7d"/>
      <p:boldItalic xmlns:r="http://schemas.openxmlformats.org/officeDocument/2006/relationships" r:id="R2a67c0ecc5314fec"/>
    </p:embeddedFont>
  </p:embeddedFontLst>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p="http://schemas.openxmlformats.org/presentationml/2006/main">
  <p:slideViewPr>
    <p:cSldViewPr snapToGrid="0">
      <p:cViewPr>
        <p:scale>
          <a:sx xmlns:a="http://schemas.openxmlformats.org/drawingml/2006/main" n="1" d="1"/>
          <a:sy xmlns:a="http://schemas.openxmlformats.org/drawingml/2006/main" n="1" d="1"/>
        </p:scale>
        <p:origin x="0" y="0"/>
      </p:cViewPr>
      <p:guideLst/>
    </p:cSldViewPr>
  </p:slideViewPr>
  <p:gridSpacing cx="76200" cy="76200"/>
</p:viewPr>
</file>

<file path=ppt/_rels/presentation.xml.rels>&#65279;<?xml version="1.0" encoding="utf-8"?><Relationships xmlns="http://schemas.openxmlformats.org/package/2006/relationships"><Relationship Type="http://schemas.openxmlformats.org/officeDocument/2006/relationships/theme" Target="/ppt/theme/theme1.xml" Id="R619250e7a0ed45be" /><Relationship Type="http://schemas.openxmlformats.org/officeDocument/2006/relationships/slideMaster" Target="/ppt/slideMasters/slideMaster1.xml" Id="Rf708a37d171642e7" /><Relationship Type="http://schemas.openxmlformats.org/officeDocument/2006/relationships/notesMaster" Target="/ppt/notesMasters/notesMaster1.xml" Id="R5ca2539a9f3a4355" /><Relationship Type="http://schemas.openxmlformats.org/officeDocument/2006/relationships/presProps" Target="/ppt/presProps.xml" Id="R0332a2c9e1a446c4" /><Relationship Type="http://schemas.openxmlformats.org/officeDocument/2006/relationships/viewProps" Target="/ppt/viewProps.xml" Id="Rdc85855756314d2d" /><Relationship Type="http://schemas.openxmlformats.org/officeDocument/2006/relationships/tableStyles" Target="/ppt/tableStyles.xml" Id="Rde8449d485904b3c" /><Relationship Type="http://schemas.openxmlformats.org/officeDocument/2006/relationships/font" Target="/ppt/fonts/font.dat" Id="R497913b517544f5a" /><Relationship Type="http://schemas.openxmlformats.org/officeDocument/2006/relationships/font" Target="/ppt/fonts/font2.dat" Id="R2750b87dc5304d7b" /><Relationship Type="http://schemas.openxmlformats.org/officeDocument/2006/relationships/font" Target="/ppt/fonts/font3.dat" Id="R1ad2dead67bd4d7d" /><Relationship Type="http://schemas.openxmlformats.org/officeDocument/2006/relationships/font" Target="/ppt/fonts/font4.dat" Id="R2a67c0ecc5314fec" /><Relationship Type="http://schemas.openxmlformats.org/officeDocument/2006/relationships/slide" Target="/ppt/slides/slide1.xml" Id="Rf2e7ef74d85a4164" /><Relationship Type="http://schemas.openxmlformats.org/officeDocument/2006/relationships/slide" Target="/ppt/slides/slide2.xml" Id="R6e9e2438f1f64742" /><Relationship Type="http://schemas.openxmlformats.org/officeDocument/2006/relationships/slide" Target="/ppt/slides/slide3.xml" Id="R7cd48975dd734f88"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9cb2599c69534ca0"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Default Codex Theme">
  <a:themeElements>
    <a:clrScheme name="Codex Colors">
      <a:dk1>
        <a:srgbClr val="000000"/>
      </a:dk1>
      <a:lt1>
        <a:srgbClr val="FFFFFF"/>
      </a:lt1>
      <a:dk2>
        <a:srgbClr val="00264F"/>
      </a:dk2>
      <a:lt2>
        <a:srgbClr val="D0EDFA"/>
      </a:lt2>
      <a:accent1>
        <a:srgbClr val="6DCBF4"/>
      </a:accent1>
      <a:accent2>
        <a:srgbClr val="3D8DFF"/>
      </a:accent2>
      <a:accent3>
        <a:srgbClr val="47E2C2"/>
      </a:accent3>
      <a:accent4>
        <a:srgbClr val="85DF7B"/>
      </a:accent4>
      <a:accent5>
        <a:srgbClr val="F7CB59"/>
      </a:accent5>
      <a:accent6>
        <a:srgbClr val="F67576"/>
      </a:accent6>
      <a:hlink>
        <a:srgbClr val="000000"/>
      </a:hlink>
      <a:folHlink>
        <a:srgbClr val="0097A7"/>
      </a:folHlink>
    </a:clrScheme>
    <a:fontScheme name="Helvetica Neue">
      <a:majorFont>
        <a:latin typeface="Helvetica Neue"/>
        <a:ea typeface=""/>
        <a:cs typeface=""/>
      </a:majorFont>
      <a:minorFont>
        <a:latin typeface="Helvetica Neue"/>
        <a:ea typeface=""/>
        <a:cs typeface=""/>
      </a:minorFont>
    </a:fontScheme>
    <a:fmtScheme name="Codex Colors">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4700567a8ce14274" /><Relationship Type="http://schemas.openxmlformats.org/officeDocument/2006/relationships/notesMaster" Target="/ppt/notesMasters/notesMaster1.xml" Id="Re38c47b63e994650" /></Relationships>
</file>

<file path=ppt/notesSlides/_rels/notesSlide2.xml.rels>&#65279;<?xml version="1.0" encoding="utf-8"?><Relationships xmlns="http://schemas.openxmlformats.org/package/2006/relationships"><Relationship Type="http://schemas.openxmlformats.org/officeDocument/2006/relationships/slide" Target="/ppt/slides/slide2.xml" Id="R57dd44a417124327" /><Relationship Type="http://schemas.openxmlformats.org/officeDocument/2006/relationships/notesMaster" Target="/ppt/notesMasters/notesMaster1.xml" Id="R61fa34d04d044c3b" /></Relationships>
</file>

<file path=ppt/notesSlides/_rels/notesSlide3.xml.rels>&#65279;<?xml version="1.0" encoding="utf-8"?><Relationships xmlns="http://schemas.openxmlformats.org/package/2006/relationships"><Relationship Type="http://schemas.openxmlformats.org/officeDocument/2006/relationships/slide" Target="/ppt/slides/slide3.xml" Id="Rf824d166a58f4a9a" /><Relationship Type="http://schemas.openxmlformats.org/officeDocument/2006/relationships/notesMaster" Target="/ppt/notesMasters/notesMaster1.xml" Id="R8cacb5f99e8c47ef"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experiments/probe_grid16/summary.json. Three fresh processes per condition, 40 frames, median of run medians over frames 6–40. The control disables contact and omits the ground. All runs passed strict convergence and scene-specific separation checks. This is one cloth-stack family, not a general result.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Source: experiments/probe_grid16/timers_l4_c1.json and experiments/churn_canonical_g16_l4.txt. The DCD total combines 40 initial and 28 additional Newton detections. Stage timer synchronization changes wall time and should not be compared directly to timer-free throughput. Canonical pair keys sort primitive vertex IDs; observations are from one scene family.</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a research question, not an algorithmic claim. The offline oracle is diagnostic only. Any production algorithm must conservatively guarantee collision correctness. Compare with SOS and other relevant work after the causal bound and cross-scene replication.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02f8f6b2134e4e0e"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084251300f9142c4"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5017a6ff08da4f1a"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268a12327d264dbc"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efe1f481cf1b45b8"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052e7a5165d24afe" /></Relationships>
</file>

<file path=ppt/slideLayouts/_rels/slideLayout7.xml.rels>&#65279;<?xml version="1.0" encoding="utf-8"?><Relationships xmlns="http://schemas.openxmlformats.org/package/2006/relationships"><Relationship Type="http://schemas.openxmlformats.org/officeDocument/2006/relationships/slideMaster" Target="/ppt/slideMasters/slideMaster1.xml" Id="R4c1bd2647a7f4c68" /></Relationships>
</file>

<file path=ppt/slideLayouts/_rels/slideLayout8.xml.rels>&#65279;<?xml version="1.0" encoding="utf-8"?><Relationships xmlns="http://schemas.openxmlformats.org/package/2006/relationships"><Relationship Type="http://schemas.openxmlformats.org/officeDocument/2006/relationships/slideMaster" Target="/ppt/slideMasters/slideMaster1.xml" Id="R55fdc459b7a94739" /></Relationships>
</file>

<file path=ppt/slideLayouts/slideLayout1.xml><?xml version="1.0" encoding="utf-8"?>
<p:sldLayout xmlns:p="http://schemas.openxmlformats.org/presentationml/2006/main" preserve="1" userDrawn="1">
  <p:cSld name="Title Slide">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683004A5-B645-655E-5362-4217D55892E1}"/>
              </a:ext>
            </a:extLst>
          </p:cNvPr>
          <p:cNvSpPr>
            <a:spLocks xmlns:a="http://schemas.openxmlformats.org/drawingml/2006/main" noGrp="1"/>
          </p:cNvSpPr>
          <p:nvPr>
            <p:ph type="ctrTitle" idx="0"/>
          </p:nvPr>
        </p:nvSpPr>
        <p:spPr>
          <a:xfrm xmlns:a="http://schemas.openxmlformats.org/drawingml/2006/main">
            <a:off x="393700" y="1041400"/>
            <a:ext cx="7493000" cy="2491490"/>
          </a:xfrm>
        </p:spPr>
        <p:txBody>
          <a:bodyPr xmlns:a="http://schemas.openxmlformats.org/drawingml/2006/main" anchor="b"/>
          <a:lstStyle xmlns:a="http://schemas.openxmlformats.org/drawingml/2006/main">
            <a:lvl1pPr algn="l">
              <a:buNone/>
              <a:defRPr sz="6000"/>
            </a:lvl1pPr>
          </a:lstStyle>
          <a:p xmlns:a="http://schemas.openxmlformats.org/drawingml/2006/main">
            <a:r>
              <a:t>Click to edit Master title style</a:t>
            </a:r>
          </a:p>
        </p:txBody>
      </p:sp>
      <p:sp>
        <p:nvSpPr>
          <p:cNvPr id="3" name="Subtitle 2">
            <a:extLst xmlns:a="http://schemas.openxmlformats.org/drawingml/2006/main">
              <a:ext uri="{FF2B5EF4-FFF2-40B4-BE49-F238E27FC236}">
                <a16:creationId xmlns:a16="http://schemas.microsoft.com/office/drawing/2014/main" id="{C57031B1-59B2-C235-9FDD-8050418A5FD8}"/>
              </a:ext>
            </a:extLst>
          </p:cNvPr>
          <p:cNvSpPr>
            <a:spLocks xmlns:a="http://schemas.openxmlformats.org/drawingml/2006/main" noGrp="1"/>
          </p:cNvSpPr>
          <p:nvPr>
            <p:ph type="subTitle" idx="1"/>
          </p:nvPr>
        </p:nvSpPr>
        <p:spPr>
          <a:xfrm xmlns:a="http://schemas.openxmlformats.org/drawingml/2006/main">
            <a:off x="393700" y="4356100"/>
            <a:ext cx="5537200" cy="1638300"/>
          </a:xfrm>
        </p:spPr>
        <p:txBody>
          <a:bodyPr xmlns:a="http://schemas.openxmlformats.org/drawingml/2006/main"/>
          <a:lstStyle xmlns:a="http://schemas.openxmlformats.org/drawingml/2006/main">
            <a:lvl1pPr marL="0" indent="0" algn="l">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xmlns:a="http://schemas.openxmlformats.org/drawingml/2006/main">
            <a:r>
              <a:t>Click to edit Master subtitle style</a:t>
            </a:r>
          </a:p>
        </p:txBody>
      </p:sp>
    </p:spTree>
  </p:cSld>
</p:sldLayout>
</file>

<file path=ppt/slideLayouts/slideLayout2.xml><?xml version="1.0" encoding="utf-8"?>
<p:sldLayout xmlns:p="http://schemas.openxmlformats.org/presentationml/2006/main" preserve="1" userDrawn="1">
  <p:cSld name="Title and Content">
    <p:spTree>
      <p:nvGrpSpPr>
        <p:cNvPr id="1" name=""/>
        <p:cNvGrpSpPr/>
        <p:nvPr/>
      </p:nvGrpSpPr>
      <p:grpSpPr>
        <a:xfrm xmlns:a="http://schemas.openxmlformats.org/drawingml/2006/main"/>
      </p:grpSpPr>
      <p:sp>
        <p:nvSpPr>
          <p:cNvPr id="8" name="Text Placeholder 2">
            <a:extLst xmlns:a="http://schemas.openxmlformats.org/drawingml/2006/main">
              <a:ext uri="{FF2B5EF4-FFF2-40B4-BE49-F238E27FC236}">
                <a16:creationId xmlns:a16="http://schemas.microsoft.com/office/drawing/2014/main" id="{5E851FDE-9E0B-568C-1CBA-E72B86CC06ED}"/>
              </a:ext>
            </a:extLst>
          </p:cNvPr>
          <p:cNvSpPr>
            <a:spLocks xmlns:a="http://schemas.openxmlformats.org/drawingml/2006/main" noGrp="1"/>
          </p:cNvSpPr>
          <p:nvPr>
            <p:ph idx="1"/>
          </p:nvPr>
        </p:nvSpPr>
        <p:spPr>
          <a:xfrm xmlns:a="http://schemas.openxmlformats.org/drawingml/2006/main">
            <a:off x="393700" y="2032000"/>
            <a:ext cx="11404600" cy="3962400"/>
          </a:xfrm>
          <a:prstGeom xmlns:a="http://schemas.openxmlformats.org/drawingml/2006/main" prst="rect">
            <a:avLst/>
          </a:prstGeom>
        </p:spPr>
        <p:txBody>
          <a:bodyPr xmlns:a="http://schemas.openxmlformats.org/drawingml/2006/main" vert="horz" lIns="0" tIns="0" rIns="0" bIns="0">
            <a:normAutofit/>
          </a:bodyPr>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9" name="Footer Placeholder 4">
            <a:extLst xmlns:a="http://schemas.openxmlformats.org/drawingml/2006/main">
              <a:ext uri="{FF2B5EF4-FFF2-40B4-BE49-F238E27FC236}">
                <a16:creationId xmlns:a16="http://schemas.microsoft.com/office/drawing/2014/main" id="{29CCD18F-3BF6-A3EE-DAAE-66BD406D7E8D}"/>
              </a:ext>
            </a:extLst>
          </p:cNvPr>
          <p:cNvSpPr>
            <a:spLocks xmlns:a="http://schemas.openxmlformats.org/drawingml/2006/main" noGrp="1"/>
          </p:cNvSpPr>
          <p:nvPr>
            <p:ph type="ftr" idx="3"/>
          </p:nvPr>
        </p:nvSpPr>
        <p:spPr>
          <a:xfrm xmlns:a="http://schemas.openxmlformats.org/drawingml/2006/main">
            <a:off x="393700" y="6279952"/>
            <a:ext cx="3568700"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l">
              <a:buNone/>
              <a:defRPr sz="1000">
                <a:solidFill>
                  <a:schemeClr val="tx1"/>
                </a:solidFill>
              </a:defRPr>
            </a:lvl1pPr>
          </a:lstStyle>
          <a:p xmlns:a="http://schemas.openxmlformats.org/drawingml/2006/main">
            <a:endParaRPr sz="1000"/>
          </a:p>
        </p:txBody>
      </p:sp>
      <p:sp>
        <p:nvSpPr>
          <p:cNvPr id="10" name="Slide Number Placeholder 5">
            <a:extLst xmlns:a="http://schemas.openxmlformats.org/drawingml/2006/main">
              <a:ext uri="{FF2B5EF4-FFF2-40B4-BE49-F238E27FC236}">
                <a16:creationId xmlns:a16="http://schemas.microsoft.com/office/drawing/2014/main" id="{5186992D-ADA6-5A23-EBD5-6BEF0A2E61BA}"/>
              </a:ext>
            </a:extLst>
          </p:cNvPr>
          <p:cNvSpPr>
            <a:spLocks xmlns:a="http://schemas.openxmlformats.org/drawingml/2006/main" noGrp="1"/>
          </p:cNvSpPr>
          <p:nvPr>
            <p:ph type="sldNum" idx="4"/>
          </p:nvPr>
        </p:nvSpPr>
        <p:spPr>
          <a:xfrm xmlns:a="http://schemas.openxmlformats.org/drawingml/2006/main">
            <a:off x="11279332" y="6279294"/>
            <a:ext cx="518968"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r">
              <a:buNone/>
              <a:defRPr sz="1000" kern="1200">
                <a:solidFill>
                  <a:schemeClr val="tx1"/>
                </a:solidFill>
                <a:latin typeface="+mn-lt"/>
                <a:ea typeface="+mn-lt"/>
                <a:cs typeface="+mn-lt"/>
              </a:defRPr>
            </a:lvl1pPr>
          </a:lstStyle>
          <a:p xmlns:a="http://schemas.openxmlformats.org/drawingml/2006/main">
            <a:fld id="{8574A810-7A8E-054F-9F6B-09E9C694ECF9}" type="slidenum">
              <a:t>‹#›</a:t>
            </a:fld>
            <a:endParaRPr sz="1000"/>
          </a:p>
        </p:txBody>
      </p:sp>
      <p:sp>
        <p:nvSpPr>
          <p:cNvPr id="2" name="Title Placeholder 1">
            <a:extLst xmlns:a="http://schemas.openxmlformats.org/drawingml/2006/main">
              <a:ext uri="{FF2B5EF4-FFF2-40B4-BE49-F238E27FC236}">
                <a16:creationId xmlns:a16="http://schemas.microsoft.com/office/drawing/2014/main" id="{CDBB333F-FFCF-AA9E-7AC0-64DB02353FBC}"/>
              </a:ext>
            </a:extLst>
          </p:cNvPr>
          <p:cNvSpPr>
            <a:spLocks xmlns:a="http://schemas.openxmlformats.org/drawingml/2006/main" noGrp="1"/>
          </p:cNvSpPr>
          <p:nvPr>
            <p:ph type="title" idx="0"/>
          </p:nvPr>
        </p:nvSpPr>
        <p:spPr>
          <a:xfrm xmlns:a="http://schemas.openxmlformats.org/drawingml/2006/main">
            <a:off x="393700" y="344008"/>
            <a:ext cx="11404600" cy="1047491"/>
          </a:xfrm>
          <a:prstGeom xmlns:a="http://schemas.openxmlformats.org/drawingml/2006/main" prst="rect">
            <a:avLst/>
          </a:prstGeom>
        </p:spPr>
        <p:txBody>
          <a:bodyPr xmlns:a="http://schemas.openxmlformats.org/drawingml/2006/main" vert="horz" lIns="0" tIns="0" rIns="0" bIns="0" anchor="t">
            <a:normAutofit/>
          </a:bodyPr>
          <a:lstStyle xmlns:a="http://schemas.openxmlformats.org/drawingml/2006/main"/>
          <a:p xmlns:a="http://schemas.openxmlformats.org/drawingml/2006/main">
            <a:r>
              <a:t>Click to edit Master title style</a:t>
            </a:r>
          </a:p>
        </p:txBody>
      </p:sp>
    </p:spTree>
  </p:cSld>
</p:sldLayout>
</file>

<file path=ppt/slideLayouts/slideLayout3.xml><?xml version="1.0" encoding="utf-8"?>
<p:sldLayout xmlns:p="http://schemas.openxmlformats.org/presentationml/2006/main" preserve="1" userDrawn="1">
  <p:cSld name="Two Content">
    <p:spTree>
      <p:nvGrpSpPr>
        <p:cNvPr id="1" name=""/>
        <p:cNvGrpSpPr/>
        <p:nvPr/>
      </p:nvGrpSpPr>
      <p:grpSpPr>
        <a:xfrm xmlns:a="http://schemas.openxmlformats.org/drawingml/2006/main"/>
      </p:grpSpPr>
      <p:sp>
        <p:nvSpPr>
          <p:cNvPr id="9" name="Text Placeholder 2">
            <a:extLst xmlns:a="http://schemas.openxmlformats.org/drawingml/2006/main">
              <a:ext uri="{FF2B5EF4-FFF2-40B4-BE49-F238E27FC236}">
                <a16:creationId xmlns:a16="http://schemas.microsoft.com/office/drawing/2014/main" id="{4DCC3060-FADA-4310-30F9-24EC34B5AA87}"/>
              </a:ext>
            </a:extLst>
          </p:cNvPr>
          <p:cNvSpPr>
            <a:spLocks xmlns:a="http://schemas.openxmlformats.org/drawingml/2006/main" noGrp="1"/>
          </p:cNvSpPr>
          <p:nvPr>
            <p:ph idx="1"/>
          </p:nvPr>
        </p:nvSpPr>
        <p:spPr>
          <a:xfrm xmlns:a="http://schemas.openxmlformats.org/drawingml/2006/main">
            <a:off x="393700" y="2032000"/>
            <a:ext cx="5537200" cy="3962400"/>
          </a:xfrm>
          <a:prstGeom xmlns:a="http://schemas.openxmlformats.org/drawingml/2006/main" prst="rect">
            <a:avLst/>
          </a:prstGeom>
        </p:spPr>
        <p:txBody>
          <a:bodyPr xmlns:a="http://schemas.openxmlformats.org/drawingml/2006/main" vert="horz" lIns="0" tIns="0" rIns="0" bIns="0">
            <a:normAutofit/>
          </a:bodyPr>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10" name="Footer Placeholder 4">
            <a:extLst xmlns:a="http://schemas.openxmlformats.org/drawingml/2006/main">
              <a:ext uri="{FF2B5EF4-FFF2-40B4-BE49-F238E27FC236}">
                <a16:creationId xmlns:a16="http://schemas.microsoft.com/office/drawing/2014/main" id="{19E7B047-08E6-29C1-F101-C084D555AACC}"/>
              </a:ext>
            </a:extLst>
          </p:cNvPr>
          <p:cNvSpPr>
            <a:spLocks xmlns:a="http://schemas.openxmlformats.org/drawingml/2006/main" noGrp="1"/>
          </p:cNvSpPr>
          <p:nvPr>
            <p:ph type="ftr" idx="3"/>
          </p:nvPr>
        </p:nvSpPr>
        <p:spPr>
          <a:xfrm xmlns:a="http://schemas.openxmlformats.org/drawingml/2006/main">
            <a:off x="393700" y="6279952"/>
            <a:ext cx="3568700"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l">
              <a:buNone/>
              <a:defRPr sz="1000">
                <a:solidFill>
                  <a:schemeClr val="tx1"/>
                </a:solidFill>
              </a:defRPr>
            </a:lvl1pPr>
          </a:lstStyle>
          <a:p xmlns:a="http://schemas.openxmlformats.org/drawingml/2006/main">
            <a:endParaRPr sz="1000"/>
          </a:p>
        </p:txBody>
      </p:sp>
      <p:sp>
        <p:nvSpPr>
          <p:cNvPr id="11" name="Slide Number Placeholder 5">
            <a:extLst xmlns:a="http://schemas.openxmlformats.org/drawingml/2006/main">
              <a:ext uri="{FF2B5EF4-FFF2-40B4-BE49-F238E27FC236}">
                <a16:creationId xmlns:a16="http://schemas.microsoft.com/office/drawing/2014/main" id="{3DE564C6-8AA0-935D-A919-07AFA15B335B}"/>
              </a:ext>
            </a:extLst>
          </p:cNvPr>
          <p:cNvSpPr>
            <a:spLocks xmlns:a="http://schemas.openxmlformats.org/drawingml/2006/main" noGrp="1"/>
          </p:cNvSpPr>
          <p:nvPr>
            <p:ph type="sldNum" idx="4"/>
          </p:nvPr>
        </p:nvSpPr>
        <p:spPr>
          <a:xfrm xmlns:a="http://schemas.openxmlformats.org/drawingml/2006/main">
            <a:off x="11279332" y="6279294"/>
            <a:ext cx="518968"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r">
              <a:buNone/>
              <a:defRPr sz="1000" kern="1200">
                <a:solidFill>
                  <a:schemeClr val="tx1"/>
                </a:solidFill>
                <a:latin typeface="+mn-lt"/>
                <a:ea typeface="+mn-lt"/>
                <a:cs typeface="+mn-lt"/>
              </a:defRPr>
            </a:lvl1pPr>
          </a:lstStyle>
          <a:p xmlns:a="http://schemas.openxmlformats.org/drawingml/2006/main">
            <a:fld id="{8574A810-7A8E-054F-9F6B-09E9C694ECF9}" type="slidenum">
              <a:t>‹#›</a:t>
            </a:fld>
            <a:endParaRPr sz="1000"/>
          </a:p>
        </p:txBody>
      </p:sp>
      <p:sp>
        <p:nvSpPr>
          <p:cNvPr id="12" name="Text Placeholder 2">
            <a:extLst xmlns:a="http://schemas.openxmlformats.org/drawingml/2006/main">
              <a:ext uri="{FF2B5EF4-FFF2-40B4-BE49-F238E27FC236}">
                <a16:creationId xmlns:a16="http://schemas.microsoft.com/office/drawing/2014/main" id="{4ABE46D3-8F05-1C7F-3EC7-20BFCC76C251}"/>
              </a:ext>
            </a:extLst>
          </p:cNvPr>
          <p:cNvSpPr>
            <a:spLocks xmlns:a="http://schemas.openxmlformats.org/drawingml/2006/main" noGrp="1"/>
          </p:cNvSpPr>
          <p:nvPr>
            <p:ph idx="10"/>
          </p:nvPr>
        </p:nvSpPr>
        <p:spPr>
          <a:xfrm xmlns:a="http://schemas.openxmlformats.org/drawingml/2006/main">
            <a:off x="6256618" y="2032000"/>
            <a:ext cx="5537200" cy="3962400"/>
          </a:xfrm>
          <a:prstGeom xmlns:a="http://schemas.openxmlformats.org/drawingml/2006/main" prst="rect">
            <a:avLst/>
          </a:prstGeom>
        </p:spPr>
        <p:txBody>
          <a:bodyPr xmlns:a="http://schemas.openxmlformats.org/drawingml/2006/main" vert="horz" lIns="0" tIns="0" rIns="0" bIns="0">
            <a:normAutofit/>
          </a:bodyPr>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2" name="Title Placeholder 1">
            <a:extLst xmlns:a="http://schemas.openxmlformats.org/drawingml/2006/main">
              <a:ext uri="{FF2B5EF4-FFF2-40B4-BE49-F238E27FC236}">
                <a16:creationId xmlns:a16="http://schemas.microsoft.com/office/drawing/2014/main" id="{739D2C21-36BF-25E7-8E97-1D17F313F7AF}"/>
              </a:ext>
            </a:extLst>
          </p:cNvPr>
          <p:cNvSpPr>
            <a:spLocks xmlns:a="http://schemas.openxmlformats.org/drawingml/2006/main" noGrp="1"/>
          </p:cNvSpPr>
          <p:nvPr>
            <p:ph type="title" idx="0"/>
          </p:nvPr>
        </p:nvSpPr>
        <p:spPr>
          <a:xfrm xmlns:a="http://schemas.openxmlformats.org/drawingml/2006/main">
            <a:off x="393700" y="344008"/>
            <a:ext cx="11404600" cy="1047491"/>
          </a:xfrm>
          <a:prstGeom xmlns:a="http://schemas.openxmlformats.org/drawingml/2006/main" prst="rect">
            <a:avLst/>
          </a:prstGeom>
        </p:spPr>
        <p:txBody>
          <a:bodyPr xmlns:a="http://schemas.openxmlformats.org/drawingml/2006/main" vert="horz" lIns="0" tIns="0" rIns="0" bIns="0" anchor="t">
            <a:normAutofit/>
          </a:bodyPr>
          <a:lstStyle xmlns:a="http://schemas.openxmlformats.org/drawingml/2006/main"/>
          <a:p xmlns:a="http://schemas.openxmlformats.org/drawingml/2006/main">
            <a:r>
              <a:t>Click to edit Master title style</a:t>
            </a:r>
          </a:p>
        </p:txBody>
      </p:sp>
    </p:spTree>
  </p:cSld>
</p:sldLayout>
</file>

<file path=ppt/slideLayouts/slideLayout4.xml><?xml version="1.0" encoding="utf-8"?>
<p:sldLayout xmlns:p="http://schemas.openxmlformats.org/presentationml/2006/main" preserve="1" userDrawn="1">
  <p:cSld name="Three Content">
    <p:spTree>
      <p:nvGrpSpPr>
        <p:cNvPr id="1" name=""/>
        <p:cNvGrpSpPr/>
        <p:nvPr/>
      </p:nvGrpSpPr>
      <p:grpSpPr>
        <a:xfrm xmlns:a="http://schemas.openxmlformats.org/drawingml/2006/main"/>
      </p:grpSpPr>
      <p:sp>
        <p:nvSpPr>
          <p:cNvPr id="11" name="Text Placeholder 2">
            <a:extLst xmlns:a="http://schemas.openxmlformats.org/drawingml/2006/main">
              <a:ext uri="{FF2B5EF4-FFF2-40B4-BE49-F238E27FC236}">
                <a16:creationId xmlns:a16="http://schemas.microsoft.com/office/drawing/2014/main" id="{6F7D12C6-B3BC-2F80-A661-00CC228193B5}"/>
              </a:ext>
            </a:extLst>
          </p:cNvPr>
          <p:cNvSpPr>
            <a:spLocks xmlns:a="http://schemas.openxmlformats.org/drawingml/2006/main" noGrp="1"/>
          </p:cNvSpPr>
          <p:nvPr>
            <p:ph idx="1"/>
          </p:nvPr>
        </p:nvSpPr>
        <p:spPr>
          <a:xfrm xmlns:a="http://schemas.openxmlformats.org/drawingml/2006/main">
            <a:off x="393700" y="2032000"/>
            <a:ext cx="3568700" cy="3962400"/>
          </a:xfrm>
          <a:prstGeom xmlns:a="http://schemas.openxmlformats.org/drawingml/2006/main" prst="rect">
            <a:avLst/>
          </a:prstGeom>
        </p:spPr>
        <p:txBody>
          <a:bodyPr xmlns:a="http://schemas.openxmlformats.org/drawingml/2006/main" vert="horz" lIns="0" tIns="0" rIns="0" bIns="0">
            <a:normAutofit/>
          </a:bodyPr>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12" name="Footer Placeholder 4">
            <a:extLst xmlns:a="http://schemas.openxmlformats.org/drawingml/2006/main">
              <a:ext uri="{FF2B5EF4-FFF2-40B4-BE49-F238E27FC236}">
                <a16:creationId xmlns:a16="http://schemas.microsoft.com/office/drawing/2014/main" id="{0682803B-B799-370F-B1B9-EB49CCB10A11}"/>
              </a:ext>
            </a:extLst>
          </p:cNvPr>
          <p:cNvSpPr>
            <a:spLocks xmlns:a="http://schemas.openxmlformats.org/drawingml/2006/main" noGrp="1"/>
          </p:cNvSpPr>
          <p:nvPr>
            <p:ph type="ftr" idx="3"/>
          </p:nvPr>
        </p:nvSpPr>
        <p:spPr>
          <a:xfrm xmlns:a="http://schemas.openxmlformats.org/drawingml/2006/main">
            <a:off x="393700" y="6279952"/>
            <a:ext cx="3568700"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l">
              <a:buNone/>
              <a:defRPr sz="1000">
                <a:solidFill>
                  <a:schemeClr val="tx1"/>
                </a:solidFill>
              </a:defRPr>
            </a:lvl1pPr>
          </a:lstStyle>
          <a:p xmlns:a="http://schemas.openxmlformats.org/drawingml/2006/main">
            <a:endParaRPr sz="1000"/>
          </a:p>
        </p:txBody>
      </p:sp>
      <p:sp>
        <p:nvSpPr>
          <p:cNvPr id="13" name="Slide Number Placeholder 5">
            <a:extLst xmlns:a="http://schemas.openxmlformats.org/drawingml/2006/main">
              <a:ext uri="{FF2B5EF4-FFF2-40B4-BE49-F238E27FC236}">
                <a16:creationId xmlns:a16="http://schemas.microsoft.com/office/drawing/2014/main" id="{AFE26095-B1FD-5C7C-C8D6-78ABF739DCBA}"/>
              </a:ext>
            </a:extLst>
          </p:cNvPr>
          <p:cNvSpPr>
            <a:spLocks xmlns:a="http://schemas.openxmlformats.org/drawingml/2006/main" noGrp="1"/>
          </p:cNvSpPr>
          <p:nvPr>
            <p:ph type="sldNum" idx="4"/>
          </p:nvPr>
        </p:nvSpPr>
        <p:spPr>
          <a:xfrm xmlns:a="http://schemas.openxmlformats.org/drawingml/2006/main">
            <a:off x="11279332" y="6279294"/>
            <a:ext cx="518968"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r">
              <a:buNone/>
              <a:defRPr sz="1000" kern="1200">
                <a:solidFill>
                  <a:schemeClr val="tx1"/>
                </a:solidFill>
                <a:latin typeface="+mn-lt"/>
                <a:ea typeface="+mn-lt"/>
                <a:cs typeface="+mn-lt"/>
              </a:defRPr>
            </a:lvl1pPr>
          </a:lstStyle>
          <a:p xmlns:a="http://schemas.openxmlformats.org/drawingml/2006/main">
            <a:fld id="{8574A810-7A8E-054F-9F6B-09E9C694ECF9}" type="slidenum">
              <a:t>‹#›</a:t>
            </a:fld>
            <a:endParaRPr sz="1000"/>
          </a:p>
        </p:txBody>
      </p:sp>
      <p:sp>
        <p:nvSpPr>
          <p:cNvPr id="14" name="Text Placeholder 2">
            <a:extLst xmlns:a="http://schemas.openxmlformats.org/drawingml/2006/main">
              <a:ext uri="{FF2B5EF4-FFF2-40B4-BE49-F238E27FC236}">
                <a16:creationId xmlns:a16="http://schemas.microsoft.com/office/drawing/2014/main" id="{80E090C5-E6C8-92F2-E8C2-A840B8F1807D}"/>
              </a:ext>
            </a:extLst>
          </p:cNvPr>
          <p:cNvSpPr>
            <a:spLocks xmlns:a="http://schemas.openxmlformats.org/drawingml/2006/main" noGrp="1"/>
          </p:cNvSpPr>
          <p:nvPr>
            <p:ph idx="10"/>
          </p:nvPr>
        </p:nvSpPr>
        <p:spPr>
          <a:xfrm xmlns:a="http://schemas.openxmlformats.org/drawingml/2006/main">
            <a:off x="4318000" y="2032000"/>
            <a:ext cx="3568700" cy="3962400"/>
          </a:xfrm>
          <a:prstGeom xmlns:a="http://schemas.openxmlformats.org/drawingml/2006/main" prst="rect">
            <a:avLst/>
          </a:prstGeom>
        </p:spPr>
        <p:txBody>
          <a:bodyPr xmlns:a="http://schemas.openxmlformats.org/drawingml/2006/main" vert="horz" lIns="0" tIns="0" rIns="0" bIns="0">
            <a:normAutofit/>
          </a:bodyPr>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15" name="Text Placeholder 2">
            <a:extLst xmlns:a="http://schemas.openxmlformats.org/drawingml/2006/main">
              <a:ext uri="{FF2B5EF4-FFF2-40B4-BE49-F238E27FC236}">
                <a16:creationId xmlns:a16="http://schemas.microsoft.com/office/drawing/2014/main" id="{0C6D2D15-AEC2-9F99-316F-C37AF863965D}"/>
              </a:ext>
            </a:extLst>
          </p:cNvPr>
          <p:cNvSpPr>
            <a:spLocks xmlns:a="http://schemas.openxmlformats.org/drawingml/2006/main" noGrp="1"/>
          </p:cNvSpPr>
          <p:nvPr>
            <p:ph idx="11"/>
          </p:nvPr>
        </p:nvSpPr>
        <p:spPr>
          <a:xfrm xmlns:a="http://schemas.openxmlformats.org/drawingml/2006/main">
            <a:off x="8232273" y="2032000"/>
            <a:ext cx="3568700" cy="3962400"/>
          </a:xfrm>
          <a:prstGeom xmlns:a="http://schemas.openxmlformats.org/drawingml/2006/main" prst="rect">
            <a:avLst/>
          </a:prstGeom>
        </p:spPr>
        <p:txBody>
          <a:bodyPr xmlns:a="http://schemas.openxmlformats.org/drawingml/2006/main" vert="horz" lIns="0" tIns="0" rIns="0" bIns="0">
            <a:normAutofit/>
          </a:bodyPr>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2" name="Title Placeholder 1">
            <a:extLst xmlns:a="http://schemas.openxmlformats.org/drawingml/2006/main">
              <a:ext uri="{FF2B5EF4-FFF2-40B4-BE49-F238E27FC236}">
                <a16:creationId xmlns:a16="http://schemas.microsoft.com/office/drawing/2014/main" id="{EC59174D-4FF5-0FD8-FE78-F71A39E187AE}"/>
              </a:ext>
            </a:extLst>
          </p:cNvPr>
          <p:cNvSpPr>
            <a:spLocks xmlns:a="http://schemas.openxmlformats.org/drawingml/2006/main" noGrp="1"/>
          </p:cNvSpPr>
          <p:nvPr>
            <p:ph type="title" idx="0"/>
          </p:nvPr>
        </p:nvSpPr>
        <p:spPr>
          <a:xfrm xmlns:a="http://schemas.openxmlformats.org/drawingml/2006/main">
            <a:off x="393700" y="344008"/>
            <a:ext cx="11404600" cy="1047491"/>
          </a:xfrm>
          <a:prstGeom xmlns:a="http://schemas.openxmlformats.org/drawingml/2006/main" prst="rect">
            <a:avLst/>
          </a:prstGeom>
        </p:spPr>
        <p:txBody>
          <a:bodyPr xmlns:a="http://schemas.openxmlformats.org/drawingml/2006/main" vert="horz" lIns="0" tIns="0" rIns="0" bIns="0" anchor="t">
            <a:normAutofit/>
          </a:bodyPr>
          <a:lstStyle xmlns:a="http://schemas.openxmlformats.org/drawingml/2006/main"/>
          <a:p xmlns:a="http://schemas.openxmlformats.org/drawingml/2006/main">
            <a:r>
              <a:t>Click to edit Master title style</a:t>
            </a:r>
          </a:p>
        </p:txBody>
      </p:sp>
    </p:spTree>
  </p:cSld>
</p:sldLayout>
</file>

<file path=ppt/slideLayouts/slideLayout5.xml><?xml version="1.0" encoding="utf-8"?>
<p:sldLayout xmlns:p="http://schemas.openxmlformats.org/presentationml/2006/main" preserve="1" userDrawn="1">
  <p:cSld name="Four Content">
    <p:spTree>
      <p:nvGrpSpPr>
        <p:cNvPr id="1" name=""/>
        <p:cNvGrpSpPr/>
        <p:nvPr/>
      </p:nvGrpSpPr>
      <p:grpSpPr>
        <a:xfrm xmlns:a="http://schemas.openxmlformats.org/drawingml/2006/main"/>
      </p:grpSpPr>
      <p:sp>
        <p:nvSpPr>
          <p:cNvPr id="11" name="Text Placeholder 2">
            <a:extLst xmlns:a="http://schemas.openxmlformats.org/drawingml/2006/main">
              <a:ext uri="{FF2B5EF4-FFF2-40B4-BE49-F238E27FC236}">
                <a16:creationId xmlns:a16="http://schemas.microsoft.com/office/drawing/2014/main" id="{6F7D12C6-B3BC-2F80-A661-00CC228193B5}"/>
              </a:ext>
            </a:extLst>
          </p:cNvPr>
          <p:cNvSpPr>
            <a:spLocks xmlns:a="http://schemas.openxmlformats.org/drawingml/2006/main" noGrp="1"/>
          </p:cNvSpPr>
          <p:nvPr>
            <p:ph idx="1"/>
          </p:nvPr>
        </p:nvSpPr>
        <p:spPr>
          <a:xfrm xmlns:a="http://schemas.openxmlformats.org/drawingml/2006/main">
            <a:off x="393700" y="2213811"/>
            <a:ext cx="2595934" cy="3780589"/>
          </a:xfrm>
          <a:prstGeom xmlns:a="http://schemas.openxmlformats.org/drawingml/2006/main" prst="rect">
            <a:avLst/>
          </a:prstGeom>
        </p:spPr>
        <p:txBody>
          <a:bodyPr xmlns:a="http://schemas.openxmlformats.org/drawingml/2006/main" vert="horz" lIns="0" tIns="0" rIns="0" bIns="0">
            <a:normAutofit/>
          </a:bodyPr>
          <a:lstStyle xmlns:a="http://schemas.openxmlformats.org/drawingml/2006/main">
            <a:lvl1pPr>
              <a:buNone/>
              <a:defRPr sz="1600"/>
            </a:lvl1pPr>
            <a:lvl2pPr>
              <a:buNone/>
              <a:defRPr sz="1600"/>
            </a:lvl2pPr>
            <a:lvl3pPr>
              <a:buNone/>
              <a:defRPr sz="1600"/>
            </a:lvl3pPr>
            <a:lvl4pPr>
              <a:buNone/>
              <a:defRPr sz="1600"/>
            </a:lvl4pPr>
            <a:lvl5pPr>
              <a:buNone/>
              <a:defRPr sz="1600"/>
            </a:lvl5pPr>
          </a:lstStyle>
          <a:p xmlns:a="http://schemas.openxmlformats.org/drawingml/2006/main">
            <a:pPr lvl="0">
              <a:buNone/>
            </a:pPr>
            <a:r>
              <a:t>Click to edit Master</a:t>
            </a:r>
          </a:p>
        </p:txBody>
      </p:sp>
      <p:sp>
        <p:nvSpPr>
          <p:cNvPr id="12" name="Footer Placeholder 4">
            <a:extLst xmlns:a="http://schemas.openxmlformats.org/drawingml/2006/main">
              <a:ext uri="{FF2B5EF4-FFF2-40B4-BE49-F238E27FC236}">
                <a16:creationId xmlns:a16="http://schemas.microsoft.com/office/drawing/2014/main" id="{0682803B-B799-370F-B1B9-EB49CCB10A11}"/>
              </a:ext>
            </a:extLst>
          </p:cNvPr>
          <p:cNvSpPr>
            <a:spLocks xmlns:a="http://schemas.openxmlformats.org/drawingml/2006/main" noGrp="1"/>
          </p:cNvSpPr>
          <p:nvPr>
            <p:ph type="ftr" idx="3"/>
          </p:nvPr>
        </p:nvSpPr>
        <p:spPr>
          <a:xfrm xmlns:a="http://schemas.openxmlformats.org/drawingml/2006/main">
            <a:off x="393700" y="6279952"/>
            <a:ext cx="3568700"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l">
              <a:buNone/>
              <a:defRPr sz="1000">
                <a:solidFill>
                  <a:schemeClr val="tx1"/>
                </a:solidFill>
              </a:defRPr>
            </a:lvl1pPr>
          </a:lstStyle>
          <a:p xmlns:a="http://schemas.openxmlformats.org/drawingml/2006/main">
            <a:endParaRPr sz="1000"/>
          </a:p>
        </p:txBody>
      </p:sp>
      <p:sp>
        <p:nvSpPr>
          <p:cNvPr id="13" name="Slide Number Placeholder 5">
            <a:extLst xmlns:a="http://schemas.openxmlformats.org/drawingml/2006/main">
              <a:ext uri="{FF2B5EF4-FFF2-40B4-BE49-F238E27FC236}">
                <a16:creationId xmlns:a16="http://schemas.microsoft.com/office/drawing/2014/main" id="{AFE26095-B1FD-5C7C-C8D6-78ABF739DCBA}"/>
              </a:ext>
            </a:extLst>
          </p:cNvPr>
          <p:cNvSpPr>
            <a:spLocks xmlns:a="http://schemas.openxmlformats.org/drawingml/2006/main" noGrp="1"/>
          </p:cNvSpPr>
          <p:nvPr>
            <p:ph type="sldNum" idx="4"/>
          </p:nvPr>
        </p:nvSpPr>
        <p:spPr>
          <a:xfrm xmlns:a="http://schemas.openxmlformats.org/drawingml/2006/main">
            <a:off x="11279332" y="6279294"/>
            <a:ext cx="518968"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r">
              <a:buNone/>
              <a:defRPr sz="1000" kern="1200">
                <a:solidFill>
                  <a:schemeClr val="tx1"/>
                </a:solidFill>
                <a:latin typeface="+mn-lt"/>
                <a:ea typeface="+mn-lt"/>
                <a:cs typeface="+mn-lt"/>
              </a:defRPr>
            </a:lvl1pPr>
          </a:lstStyle>
          <a:p xmlns:a="http://schemas.openxmlformats.org/drawingml/2006/main">
            <a:fld id="{8574A810-7A8E-054F-9F6B-09E9C694ECF9}" type="slidenum">
              <a:t>‹#›</a:t>
            </a:fld>
            <a:endParaRPr sz="1000"/>
          </a:p>
        </p:txBody>
      </p:sp>
      <p:sp>
        <p:nvSpPr>
          <p:cNvPr id="2" name="Title Placeholder 1">
            <a:extLst xmlns:a="http://schemas.openxmlformats.org/drawingml/2006/main">
              <a:ext uri="{FF2B5EF4-FFF2-40B4-BE49-F238E27FC236}">
                <a16:creationId xmlns:a16="http://schemas.microsoft.com/office/drawing/2014/main" id="{EC59174D-4FF5-0FD8-FE78-F71A39E187AE}"/>
              </a:ext>
            </a:extLst>
          </p:cNvPr>
          <p:cNvSpPr>
            <a:spLocks xmlns:a="http://schemas.openxmlformats.org/drawingml/2006/main" noGrp="1"/>
          </p:cNvSpPr>
          <p:nvPr>
            <p:ph type="title" idx="0"/>
          </p:nvPr>
        </p:nvSpPr>
        <p:spPr>
          <a:xfrm xmlns:a="http://schemas.openxmlformats.org/drawingml/2006/main">
            <a:off x="393700" y="344008"/>
            <a:ext cx="11404600" cy="1047491"/>
          </a:xfrm>
          <a:prstGeom xmlns:a="http://schemas.openxmlformats.org/drawingml/2006/main" prst="rect">
            <a:avLst/>
          </a:prstGeom>
        </p:spPr>
        <p:txBody>
          <a:bodyPr xmlns:a="http://schemas.openxmlformats.org/drawingml/2006/main" vert="horz" lIns="0" tIns="0" rIns="0" bIns="0" anchor="t">
            <a:normAutofit/>
          </a:bodyPr>
          <a:lstStyle xmlns:a="http://schemas.openxmlformats.org/drawingml/2006/main"/>
          <a:p xmlns:a="http://schemas.openxmlformats.org/drawingml/2006/main">
            <a:r>
              <a:t>Click to edit Master title style</a:t>
            </a:r>
          </a:p>
        </p:txBody>
      </p:sp>
      <p:sp>
        <p:nvSpPr>
          <p:cNvPr id="8" name="Text Placeholder 7">
            <a:extLst xmlns:a="http://schemas.openxmlformats.org/drawingml/2006/main">
              <a:ext uri="{FF2B5EF4-FFF2-40B4-BE49-F238E27FC236}">
                <a16:creationId xmlns:a16="http://schemas.microsoft.com/office/drawing/2014/main" id="{4F70A9DA-D783-0627-3166-E13B68C2ADAC}"/>
              </a:ext>
            </a:extLst>
          </p:cNvPr>
          <p:cNvSpPr>
            <a:spLocks xmlns:a="http://schemas.openxmlformats.org/drawingml/2006/main" noGrp="1"/>
          </p:cNvSpPr>
          <p:nvPr>
            <p:ph type="body" idx="12"/>
          </p:nvPr>
        </p:nvSpPr>
        <p:spPr>
          <a:xfrm xmlns:a="http://schemas.openxmlformats.org/drawingml/2006/main">
            <a:off x="3334966" y="2213811"/>
            <a:ext cx="2595934" cy="3780589"/>
          </a:xfrm>
        </p:spPr>
        <p:txBody>
          <a:bodyPr xmlns:a="http://schemas.openxmlformats.org/drawingml/2006/main"/>
          <a:lstStyle xmlns:a="http://schemas.openxmlformats.org/drawingml/2006/main">
            <a:lvl1pPr>
              <a:buNone/>
              <a:defRPr sz="1800"/>
            </a:lvl1pPr>
            <a:lvl2pPr>
              <a:buNone/>
              <a:defRPr sz="1800"/>
            </a:lvl2pPr>
            <a:lvl3pPr>
              <a:buNone/>
              <a:defRPr sz="1800"/>
            </a:lvl3pPr>
            <a:lvl4pPr>
              <a:buNone/>
              <a:defRPr sz="1800"/>
            </a:lvl4pPr>
            <a:lvl5pPr>
              <a:buNone/>
              <a:defRPr sz="1800"/>
            </a:lvl5pPr>
          </a:lstStyle>
          <a:p xmlns:a="http://schemas.openxmlformats.org/drawingml/2006/main">
            <a:pPr lvl="0">
              <a:buNone/>
            </a:pPr>
            <a:r>
              <a:t>Click to edit Master</a:t>
            </a:r>
          </a:p>
        </p:txBody>
      </p:sp>
      <p:sp>
        <p:nvSpPr>
          <p:cNvPr id="9" name="Text Placeholder 2">
            <a:extLst xmlns:a="http://schemas.openxmlformats.org/drawingml/2006/main">
              <a:ext uri="{FF2B5EF4-FFF2-40B4-BE49-F238E27FC236}">
                <a16:creationId xmlns:a16="http://schemas.microsoft.com/office/drawing/2014/main" id="{75BF2647-8E8C-CAEE-896D-0E1567AF7E99}"/>
              </a:ext>
            </a:extLst>
          </p:cNvPr>
          <p:cNvSpPr>
            <a:spLocks xmlns:a="http://schemas.openxmlformats.org/drawingml/2006/main" noGrp="1"/>
          </p:cNvSpPr>
          <p:nvPr>
            <p:ph idx="13"/>
          </p:nvPr>
        </p:nvSpPr>
        <p:spPr>
          <a:xfrm xmlns:a="http://schemas.openxmlformats.org/drawingml/2006/main">
            <a:off x="6264413" y="2213811"/>
            <a:ext cx="2595934" cy="3780589"/>
          </a:xfrm>
          <a:prstGeom xmlns:a="http://schemas.openxmlformats.org/drawingml/2006/main" prst="rect">
            <a:avLst/>
          </a:prstGeom>
        </p:spPr>
        <p:txBody>
          <a:bodyPr xmlns:a="http://schemas.openxmlformats.org/drawingml/2006/main" vert="horz" lIns="0" tIns="0" rIns="0" bIns="0">
            <a:normAutofit/>
          </a:bodyPr>
          <a:lstStyle xmlns:a="http://schemas.openxmlformats.org/drawingml/2006/main">
            <a:lvl1pPr>
              <a:buNone/>
              <a:defRPr sz="1600"/>
            </a:lvl1pPr>
            <a:lvl2pPr>
              <a:buNone/>
              <a:defRPr sz="1600"/>
            </a:lvl2pPr>
            <a:lvl3pPr>
              <a:buNone/>
              <a:defRPr sz="1600"/>
            </a:lvl3pPr>
            <a:lvl4pPr>
              <a:buNone/>
              <a:defRPr sz="1600"/>
            </a:lvl4pPr>
            <a:lvl5pPr>
              <a:buNone/>
              <a:defRPr sz="1600"/>
            </a:lvl5pPr>
          </a:lstStyle>
          <a:p xmlns:a="http://schemas.openxmlformats.org/drawingml/2006/main">
            <a:pPr lvl="0">
              <a:buNone/>
            </a:pPr>
            <a:r>
              <a:t>Click to edit Master</a:t>
            </a:r>
          </a:p>
        </p:txBody>
      </p:sp>
      <p:sp>
        <p:nvSpPr>
          <p:cNvPr id="10" name="Text Placeholder 7">
            <a:extLst xmlns:a="http://schemas.openxmlformats.org/drawingml/2006/main">
              <a:ext uri="{FF2B5EF4-FFF2-40B4-BE49-F238E27FC236}">
                <a16:creationId xmlns:a16="http://schemas.microsoft.com/office/drawing/2014/main" id="{37C6F143-221A-9959-8FBA-B9B1DB6602D0}"/>
              </a:ext>
            </a:extLst>
          </p:cNvPr>
          <p:cNvSpPr>
            <a:spLocks xmlns:a="http://schemas.openxmlformats.org/drawingml/2006/main" noGrp="1"/>
          </p:cNvSpPr>
          <p:nvPr>
            <p:ph type="body" idx="14"/>
          </p:nvPr>
        </p:nvSpPr>
        <p:spPr>
          <a:xfrm xmlns:a="http://schemas.openxmlformats.org/drawingml/2006/main">
            <a:off x="9205679" y="2213811"/>
            <a:ext cx="2595934" cy="3780589"/>
          </a:xfrm>
        </p:spPr>
        <p:txBody>
          <a:bodyPr xmlns:a="http://schemas.openxmlformats.org/drawingml/2006/main"/>
          <a:lstStyle xmlns:a="http://schemas.openxmlformats.org/drawingml/2006/main">
            <a:lvl1pPr>
              <a:buNone/>
              <a:defRPr sz="1800"/>
            </a:lvl1pPr>
            <a:lvl2pPr>
              <a:buNone/>
              <a:defRPr sz="1800"/>
            </a:lvl2pPr>
            <a:lvl3pPr>
              <a:buNone/>
              <a:defRPr sz="1800"/>
            </a:lvl3pPr>
            <a:lvl4pPr>
              <a:buNone/>
              <a:defRPr sz="1800"/>
            </a:lvl4pPr>
            <a:lvl5pPr>
              <a:buNone/>
              <a:defRPr sz="1800"/>
            </a:lvl5pPr>
          </a:lstStyle>
          <a:p xmlns:a="http://schemas.openxmlformats.org/drawingml/2006/main">
            <a:pPr lvl="0">
              <a:buNone/>
            </a:pPr>
            <a:r>
              <a:t>Click to edit Master</a:t>
            </a:r>
          </a:p>
        </p:txBody>
      </p:sp>
    </p:spTree>
  </p:cSld>
</p:sldLayout>
</file>

<file path=ppt/slideLayouts/slideLayout6.xml><?xml version="1.0" encoding="utf-8"?>
<p:sldLayout xmlns:p="http://schemas.openxmlformats.org/presentationml/2006/main" preserve="1" userDrawn="1">
  <p:cSld name="Title Only">
    <p:spTree>
      <p:nvGrpSpPr>
        <p:cNvPr id="1" name=""/>
        <p:cNvGrpSpPr/>
        <p:nvPr/>
      </p:nvGrpSpPr>
      <p:grpSpPr>
        <a:xfrm xmlns:a="http://schemas.openxmlformats.org/drawingml/2006/main"/>
      </p:grpSpPr>
      <p:sp>
        <p:nvSpPr>
          <p:cNvPr id="8" name="Footer Placeholder 4">
            <a:extLst xmlns:a="http://schemas.openxmlformats.org/drawingml/2006/main">
              <a:ext uri="{FF2B5EF4-FFF2-40B4-BE49-F238E27FC236}">
                <a16:creationId xmlns:a16="http://schemas.microsoft.com/office/drawing/2014/main" id="{DB1182C5-F22B-2641-06DE-4EDACA3C1DDD}"/>
              </a:ext>
            </a:extLst>
          </p:cNvPr>
          <p:cNvSpPr>
            <a:spLocks xmlns:a="http://schemas.openxmlformats.org/drawingml/2006/main" noGrp="1"/>
          </p:cNvSpPr>
          <p:nvPr>
            <p:ph type="ftr" idx="3"/>
          </p:nvPr>
        </p:nvSpPr>
        <p:spPr>
          <a:xfrm xmlns:a="http://schemas.openxmlformats.org/drawingml/2006/main">
            <a:off x="393700" y="6279952"/>
            <a:ext cx="3568700"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l">
              <a:buNone/>
              <a:defRPr sz="1000">
                <a:solidFill>
                  <a:schemeClr val="tx1"/>
                </a:solidFill>
              </a:defRPr>
            </a:lvl1pPr>
          </a:lstStyle>
          <a:p xmlns:a="http://schemas.openxmlformats.org/drawingml/2006/main">
            <a:endParaRPr sz="1000"/>
          </a:p>
        </p:txBody>
      </p:sp>
      <p:sp>
        <p:nvSpPr>
          <p:cNvPr id="9" name="Slide Number Placeholder 5">
            <a:extLst xmlns:a="http://schemas.openxmlformats.org/drawingml/2006/main">
              <a:ext uri="{FF2B5EF4-FFF2-40B4-BE49-F238E27FC236}">
                <a16:creationId xmlns:a16="http://schemas.microsoft.com/office/drawing/2014/main" id="{F97A4AD5-204B-38FD-4F33-270C2F9F5CC6}"/>
              </a:ext>
            </a:extLst>
          </p:cNvPr>
          <p:cNvSpPr>
            <a:spLocks xmlns:a="http://schemas.openxmlformats.org/drawingml/2006/main" noGrp="1"/>
          </p:cNvSpPr>
          <p:nvPr>
            <p:ph type="sldNum" idx="4"/>
          </p:nvPr>
        </p:nvSpPr>
        <p:spPr>
          <a:xfrm xmlns:a="http://schemas.openxmlformats.org/drawingml/2006/main">
            <a:off x="11279332" y="6279294"/>
            <a:ext cx="518968"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r">
              <a:buNone/>
              <a:defRPr sz="1000" kern="1200">
                <a:solidFill>
                  <a:schemeClr val="tx1"/>
                </a:solidFill>
                <a:latin typeface="+mn-lt"/>
                <a:ea typeface="+mn-lt"/>
                <a:cs typeface="+mn-lt"/>
              </a:defRPr>
            </a:lvl1pPr>
          </a:lstStyle>
          <a:p xmlns:a="http://schemas.openxmlformats.org/drawingml/2006/main">
            <a:fld id="{8574A810-7A8E-054F-9F6B-09E9C694ECF9}" type="slidenum">
              <a:t>‹#›</a:t>
            </a:fld>
            <a:endParaRPr sz="1000"/>
          </a:p>
        </p:txBody>
      </p:sp>
      <p:sp>
        <p:nvSpPr>
          <p:cNvPr id="2" name="Title Placeholder 1">
            <a:extLst xmlns:a="http://schemas.openxmlformats.org/drawingml/2006/main">
              <a:ext uri="{FF2B5EF4-FFF2-40B4-BE49-F238E27FC236}">
                <a16:creationId xmlns:a16="http://schemas.microsoft.com/office/drawing/2014/main" id="{75CF9983-3FD7-FAE4-9F0B-B2CE806D891D}"/>
              </a:ext>
            </a:extLst>
          </p:cNvPr>
          <p:cNvSpPr>
            <a:spLocks xmlns:a="http://schemas.openxmlformats.org/drawingml/2006/main" noGrp="1"/>
          </p:cNvSpPr>
          <p:nvPr>
            <p:ph type="title" idx="0"/>
          </p:nvPr>
        </p:nvSpPr>
        <p:spPr>
          <a:xfrm xmlns:a="http://schemas.openxmlformats.org/drawingml/2006/main">
            <a:off x="393700" y="344008"/>
            <a:ext cx="11404600" cy="1047491"/>
          </a:xfrm>
          <a:prstGeom xmlns:a="http://schemas.openxmlformats.org/drawingml/2006/main" prst="rect">
            <a:avLst/>
          </a:prstGeom>
        </p:spPr>
        <p:txBody>
          <a:bodyPr xmlns:a="http://schemas.openxmlformats.org/drawingml/2006/main" vert="horz" lIns="0" tIns="0" rIns="0" bIns="0" anchor="t">
            <a:normAutofit/>
          </a:bodyPr>
          <a:lstStyle xmlns:a="http://schemas.openxmlformats.org/drawingml/2006/main"/>
          <a:p xmlns:a="http://schemas.openxmlformats.org/drawingml/2006/main">
            <a:r>
              <a:t>Click to edit Master title style</a:t>
            </a:r>
          </a:p>
        </p:txBody>
      </p:sp>
    </p:spTree>
  </p:cSld>
</p:sldLayout>
</file>

<file path=ppt/slideLayouts/slideLayout7.xml><?xml version="1.0" encoding="utf-8"?>
<p:sldLayout xmlns:p="http://schemas.openxmlformats.org/presentationml/2006/main" preserve="1" userDrawn="1">
  <p:cSld name="Footer Only">
    <p:spTree>
      <p:nvGrpSpPr>
        <p:cNvPr id="1" name=""/>
        <p:cNvGrpSpPr/>
        <p:nvPr/>
      </p:nvGrpSpPr>
      <p:grpSpPr>
        <a:xfrm xmlns:a="http://schemas.openxmlformats.org/drawingml/2006/main"/>
      </p:grpSpPr>
      <p:sp>
        <p:nvSpPr>
          <p:cNvPr id="7" name="Footer Placeholder 4">
            <a:extLst xmlns:a="http://schemas.openxmlformats.org/drawingml/2006/main">
              <a:ext uri="{FF2B5EF4-FFF2-40B4-BE49-F238E27FC236}">
                <a16:creationId xmlns:a16="http://schemas.microsoft.com/office/drawing/2014/main" id="{1012CBCC-C555-8C11-443D-86D6F7A45CF8}"/>
              </a:ext>
            </a:extLst>
          </p:cNvPr>
          <p:cNvSpPr>
            <a:spLocks xmlns:a="http://schemas.openxmlformats.org/drawingml/2006/main" noGrp="1"/>
          </p:cNvSpPr>
          <p:nvPr>
            <p:ph type="ftr" idx="3"/>
          </p:nvPr>
        </p:nvSpPr>
        <p:spPr>
          <a:xfrm xmlns:a="http://schemas.openxmlformats.org/drawingml/2006/main">
            <a:off x="393700" y="6279952"/>
            <a:ext cx="3568700"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l">
              <a:buNone/>
              <a:defRPr sz="1000">
                <a:solidFill>
                  <a:schemeClr val="tx1"/>
                </a:solidFill>
              </a:defRPr>
            </a:lvl1pPr>
          </a:lstStyle>
          <a:p xmlns:a="http://schemas.openxmlformats.org/drawingml/2006/main">
            <a:endParaRPr sz="1000"/>
          </a:p>
        </p:txBody>
      </p:sp>
      <p:sp>
        <p:nvSpPr>
          <p:cNvPr id="8" name="Slide Number Placeholder 5">
            <a:extLst xmlns:a="http://schemas.openxmlformats.org/drawingml/2006/main">
              <a:ext uri="{FF2B5EF4-FFF2-40B4-BE49-F238E27FC236}">
                <a16:creationId xmlns:a16="http://schemas.microsoft.com/office/drawing/2014/main" id="{B69B260B-B882-BF7F-1BB1-28B9578A25A2}"/>
              </a:ext>
            </a:extLst>
          </p:cNvPr>
          <p:cNvSpPr>
            <a:spLocks xmlns:a="http://schemas.openxmlformats.org/drawingml/2006/main" noGrp="1"/>
          </p:cNvSpPr>
          <p:nvPr>
            <p:ph type="sldNum" idx="4"/>
          </p:nvPr>
        </p:nvSpPr>
        <p:spPr>
          <a:xfrm xmlns:a="http://schemas.openxmlformats.org/drawingml/2006/main">
            <a:off x="11279332" y="6279294"/>
            <a:ext cx="518968"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r">
              <a:buNone/>
              <a:defRPr sz="1000" kern="1200">
                <a:solidFill>
                  <a:schemeClr val="tx1"/>
                </a:solidFill>
                <a:latin typeface="+mn-lt"/>
                <a:ea typeface="+mn-lt"/>
                <a:cs typeface="+mn-lt"/>
              </a:defRPr>
            </a:lvl1pPr>
          </a:lstStyle>
          <a:p xmlns:a="http://schemas.openxmlformats.org/drawingml/2006/main">
            <a:fld id="{8574A810-7A8E-054F-9F6B-09E9C694ECF9}" type="slidenum">
              <a:t>‹#›</a:t>
            </a:fld>
            <a:endParaRPr sz="1000"/>
          </a:p>
        </p:txBody>
      </p:sp>
    </p:spTree>
  </p:cSld>
</p:sldLayout>
</file>

<file path=ppt/slideLayouts/slideLayout8.xml><?xml version="1.0" encoding="utf-8"?>
<p:sldLayout xmlns:p="http://schemas.openxmlformats.org/presentationml/2006/main" preserve="1" userDrawn="1">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573be4fa0f9a4e0d" /><Relationship Type="http://schemas.openxmlformats.org/officeDocument/2006/relationships/slideLayout" Target="/ppt/slideLayouts/slideLayout1.xml" Id="R154f5b2a7c4742cc" /><Relationship Type="http://schemas.openxmlformats.org/officeDocument/2006/relationships/slideLayout" Target="/ppt/slideLayouts/slideLayout2.xml" Id="R24f13d3cdd2f46ea" /><Relationship Type="http://schemas.openxmlformats.org/officeDocument/2006/relationships/slideLayout" Target="/ppt/slideLayouts/slideLayout3.xml" Id="Rdee35862456f415e" /><Relationship Type="http://schemas.openxmlformats.org/officeDocument/2006/relationships/slideLayout" Target="/ppt/slideLayouts/slideLayout4.xml" Id="R6d0b9ae3cd7948cc" /><Relationship Type="http://schemas.openxmlformats.org/officeDocument/2006/relationships/slideLayout" Target="/ppt/slideLayouts/slideLayout5.xml" Id="R955f2fb3362d4de4" /><Relationship Type="http://schemas.openxmlformats.org/officeDocument/2006/relationships/slideLayout" Target="/ppt/slideLayouts/slideLayout6.xml" Id="Rddb7dea4904f450d" /><Relationship Type="http://schemas.openxmlformats.org/officeDocument/2006/relationships/slideLayout" Target="/ppt/slideLayouts/slideLayout7.xml" Id="Rf432286139934e2e" /><Relationship Type="http://schemas.openxmlformats.org/officeDocument/2006/relationships/slideLayout" Target="/ppt/slideLayouts/slideLayout8.xml" Id="R965d38b8c0ff4cfb" /></Relationships>
</file>

<file path=ppt/slideMasters/slideMaster1.xml><?xml version="1.0" encoding="utf-8"?>
<p:sld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Title Placeholder 1">
            <a:extLst xmlns:a="http://schemas.openxmlformats.org/drawingml/2006/main">
              <a:ext uri="{FF2B5EF4-FFF2-40B4-BE49-F238E27FC236}">
                <a16:creationId xmlns:a16="http://schemas.microsoft.com/office/drawing/2014/main" id="{BB87ED2E-D8FF-5C8C-ED50-59BA3091C3E1}"/>
              </a:ext>
            </a:extLst>
          </p:cNvPr>
          <p:cNvSpPr>
            <a:spLocks xmlns:a="http://schemas.openxmlformats.org/drawingml/2006/main" noGrp="1"/>
          </p:cNvSpPr>
          <p:nvPr>
            <p:ph type="title" idx="0"/>
          </p:nvPr>
        </p:nvSpPr>
        <p:spPr>
          <a:xfrm xmlns:a="http://schemas.openxmlformats.org/drawingml/2006/main">
            <a:off x="393700" y="344008"/>
            <a:ext cx="11404600" cy="1047491"/>
          </a:xfrm>
          <a:prstGeom xmlns:a="http://schemas.openxmlformats.org/drawingml/2006/main" prst="rect">
            <a:avLst/>
          </a:prstGeom>
        </p:spPr>
        <p:txBody>
          <a:bodyPr xmlns:a="http://schemas.openxmlformats.org/drawingml/2006/main" vert="horz" lIns="0" tIns="0" rIns="0" bIns="0" anchor="t">
            <a:normAutofit/>
          </a:bodyPr>
          <a:lstStyle xmlns:a="http://schemas.openxmlformats.org/drawingml/2006/main"/>
          <a:p xmlns:a="http://schemas.openxmlformats.org/drawingml/2006/main">
            <a:r>
              <a:t>Click to edit Master title style</a:t>
            </a:r>
          </a:p>
        </p:txBody>
      </p:sp>
      <p:sp>
        <p:nvSpPr>
          <p:cNvPr id="3" name="Text Placeholder 2">
            <a:extLst xmlns:a="http://schemas.openxmlformats.org/drawingml/2006/main">
              <a:ext uri="{FF2B5EF4-FFF2-40B4-BE49-F238E27FC236}">
                <a16:creationId xmlns:a16="http://schemas.microsoft.com/office/drawing/2014/main" id="{05B0E1CB-6DCA-2E9F-2B74-4309B4084C09}"/>
              </a:ext>
            </a:extLst>
          </p:cNvPr>
          <p:cNvSpPr>
            <a:spLocks xmlns:a="http://schemas.openxmlformats.org/drawingml/2006/main" noGrp="1"/>
          </p:cNvSpPr>
          <p:nvPr>
            <p:ph type="body" idx="1"/>
          </p:nvPr>
        </p:nvSpPr>
        <p:spPr>
          <a:xfrm xmlns:a="http://schemas.openxmlformats.org/drawingml/2006/main">
            <a:off x="393700" y="2032000"/>
            <a:ext cx="11404600" cy="3962400"/>
          </a:xfrm>
          <a:prstGeom xmlns:a="http://schemas.openxmlformats.org/drawingml/2006/main" prst="rect">
            <a:avLst/>
          </a:prstGeom>
        </p:spPr>
        <p:txBody>
          <a:bodyPr xmlns:a="http://schemas.openxmlformats.org/drawingml/2006/main" vert="horz" lIns="0" tIns="0" rIns="0" bIns="0">
            <a:normAutofit/>
          </a:bodyPr>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5" name="Footer Placeholder 4">
            <a:extLst xmlns:a="http://schemas.openxmlformats.org/drawingml/2006/main">
              <a:ext uri="{FF2B5EF4-FFF2-40B4-BE49-F238E27FC236}">
                <a16:creationId xmlns:a16="http://schemas.microsoft.com/office/drawing/2014/main" id="{3C75650C-2983-5B02-8421-FF1818435433}"/>
              </a:ext>
            </a:extLst>
          </p:cNvPr>
          <p:cNvSpPr>
            <a:spLocks xmlns:a="http://schemas.openxmlformats.org/drawingml/2006/main" noGrp="1"/>
          </p:cNvSpPr>
          <p:nvPr>
            <p:ph type="ftr" idx="3"/>
          </p:nvPr>
        </p:nvSpPr>
        <p:spPr>
          <a:xfrm xmlns:a="http://schemas.openxmlformats.org/drawingml/2006/main">
            <a:off x="393700" y="6279952"/>
            <a:ext cx="3568700"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l">
              <a:buNone/>
              <a:defRPr sz="1000">
                <a:solidFill>
                  <a:schemeClr val="tx1"/>
                </a:solidFill>
              </a:defRPr>
            </a:lvl1pPr>
          </a:lstStyle>
          <a:p xmlns:a="http://schemas.openxmlformats.org/drawingml/2006/main">
            <a:endParaRPr sz="1000"/>
          </a:p>
        </p:txBody>
      </p:sp>
      <p:sp>
        <p:nvSpPr>
          <p:cNvPr id="6" name="Slide Number Placeholder 5">
            <a:extLst xmlns:a="http://schemas.openxmlformats.org/drawingml/2006/main">
              <a:ext uri="{FF2B5EF4-FFF2-40B4-BE49-F238E27FC236}">
                <a16:creationId xmlns:a16="http://schemas.microsoft.com/office/drawing/2014/main" id="{D872C88C-1AB3-96BA-C9E5-3435A4BD59BB}"/>
              </a:ext>
            </a:extLst>
          </p:cNvPr>
          <p:cNvSpPr>
            <a:spLocks xmlns:a="http://schemas.openxmlformats.org/drawingml/2006/main" noGrp="1"/>
          </p:cNvSpPr>
          <p:nvPr>
            <p:ph type="sldNum" idx="4"/>
          </p:nvPr>
        </p:nvSpPr>
        <p:spPr>
          <a:xfrm xmlns:a="http://schemas.openxmlformats.org/drawingml/2006/main">
            <a:off x="11279332" y="6279294"/>
            <a:ext cx="518968"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r">
              <a:buNone/>
              <a:defRPr sz="1000" kern="1200">
                <a:solidFill>
                  <a:schemeClr val="tx1"/>
                </a:solidFill>
                <a:latin typeface="+mn-lt"/>
                <a:ea typeface="+mn-lt"/>
                <a:cs typeface="+mn-lt"/>
              </a:defRPr>
            </a:lvl1pPr>
          </a:lstStyle>
          <a:p xmlns:a="http://schemas.openxmlformats.org/drawingml/2006/main">
            <a:fld id="{8574A810-7A8E-054F-9F6B-09E9C694ECF9}" type="slidenum">
              <a:t>‹#›</a:t>
            </a:fld>
            <a:endParaRPr sz="1000"/>
          </a:p>
        </p:txBody>
      </p:sp>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154f5b2a7c4742cc"/>
    <p:sldLayoutId xmlns:r="http://schemas.openxmlformats.org/officeDocument/2006/relationships" id="2147483650" r:id="R24f13d3cdd2f46ea"/>
    <p:sldLayoutId xmlns:r="http://schemas.openxmlformats.org/officeDocument/2006/relationships" id="2147483651" r:id="Rdee35862456f415e"/>
    <p:sldLayoutId xmlns:r="http://schemas.openxmlformats.org/officeDocument/2006/relationships" id="2147483652" r:id="R6d0b9ae3cd7948cc"/>
    <p:sldLayoutId xmlns:r="http://schemas.openxmlformats.org/officeDocument/2006/relationships" id="2147483653" r:id="R955f2fb3362d4de4"/>
    <p:sldLayoutId xmlns:r="http://schemas.openxmlformats.org/officeDocument/2006/relationships" id="2147483654" r:id="Rddb7dea4904f450d"/>
    <p:sldLayoutId xmlns:r="http://schemas.openxmlformats.org/officeDocument/2006/relationships" id="2147483655" r:id="Rf432286139934e2e"/>
    <p:sldLayoutId xmlns:r="http://schemas.openxmlformats.org/officeDocument/2006/relationships" id="2147483656" r:id="R965d38b8c0ff4cfb"/>
  </p:sldLayoutIdLst>
  <p:hf hdr="0" dt="0"/>
  <p:txStyles>
    <p:titleStyle>
      <a:lvl1pPr xmlns:a="http://schemas.openxmlformats.org/drawingml/2006/main" algn="l" defTabSz="914400">
        <a:lnSpc>
          <a:spcPct val="90000"/>
        </a:lnSpc>
        <a:spcBef>
          <a:spcPct val="0"/>
        </a:spcBef>
        <a:buNone/>
        <a:defRPr sz="2900" kern="1200">
          <a:solidFill>
            <a:schemeClr val="tx1"/>
          </a:solidFill>
          <a:latin typeface="+mj-lt"/>
          <a:ea typeface="+mj-lt"/>
          <a:cs typeface="+mj-lt"/>
        </a:defRPr>
      </a:lvl1pPr>
    </p:titleStyle>
    <p:bodyStyle>
      <a:lvl1pPr xmlns:a="http://schemas.openxmlformats.org/drawingml/2006/main"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xmlns:a="http://schemas.openxmlformats.org/drawingml/2006/main"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xmlns:a="http://schemas.openxmlformats.org/drawingml/2006/main"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xmlns:a="http://schemas.openxmlformats.org/drawingml/2006/main"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xmlns:a="http://schemas.openxmlformats.org/drawingml/2006/main"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xmlns:a="http://schemas.openxmlformats.org/drawingml/2006/main"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xmlns:a="http://schemas.openxmlformats.org/drawingml/2006/main"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xmlns:a="http://schemas.openxmlformats.org/drawingml/2006/main"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xmlns:a="http://schemas.openxmlformats.org/drawingml/2006/main" marL="3886200" indent="-228600" algn="l" defTabSz="914400">
        <a:lnSpc>
          <a:spcPct val="90000"/>
        </a:lnSpc>
        <a:spcBef>
          <a:spcPts val="500"/>
        </a:spcBef>
        <a:buFont typeface="Arial"/>
        <a:buChar char="•"/>
        <a:defRPr sz="1800" kern="1200">
          <a:solidFill>
            <a:schemeClr val="tx1"/>
          </a:solidFill>
          <a:latin typeface="+mn-lt"/>
          <a:ea typeface="+mn-lt"/>
          <a:cs typeface="+mn-lt"/>
        </a:defRPr>
      </a:lvl9pPr>
    </p:bodyStyle>
    <p:otherStyle>
      <a:lvl1pPr xmlns:a="http://schemas.openxmlformats.org/drawingml/2006/main" marL="0" algn="l" defTabSz="914400">
        <a:buNone/>
        <a:defRPr sz="1800" kern="1200">
          <a:solidFill>
            <a:schemeClr val="tx1"/>
          </a:solidFill>
          <a:latin typeface="+mn-lt"/>
          <a:ea typeface="+mn-lt"/>
          <a:cs typeface="+mn-lt"/>
        </a:defRPr>
      </a:lvl1pPr>
      <a:lvl2pPr xmlns:a="http://schemas.openxmlformats.org/drawingml/2006/main" marL="457200" algn="l" defTabSz="914400">
        <a:buNone/>
        <a:defRPr sz="1800" kern="1200">
          <a:solidFill>
            <a:schemeClr val="tx1"/>
          </a:solidFill>
          <a:latin typeface="+mn-lt"/>
          <a:ea typeface="+mn-lt"/>
          <a:cs typeface="+mn-lt"/>
        </a:defRPr>
      </a:lvl2pPr>
      <a:lvl3pPr xmlns:a="http://schemas.openxmlformats.org/drawingml/2006/main" marL="914400" algn="l" defTabSz="914400">
        <a:buNone/>
        <a:defRPr sz="1800" kern="1200">
          <a:solidFill>
            <a:schemeClr val="tx1"/>
          </a:solidFill>
          <a:latin typeface="+mn-lt"/>
          <a:ea typeface="+mn-lt"/>
          <a:cs typeface="+mn-lt"/>
        </a:defRPr>
      </a:lvl3pPr>
      <a:lvl4pPr xmlns:a="http://schemas.openxmlformats.org/drawingml/2006/main" marL="1371600" algn="l" defTabSz="914400">
        <a:buNone/>
        <a:defRPr sz="1800" kern="1200">
          <a:solidFill>
            <a:schemeClr val="tx1"/>
          </a:solidFill>
          <a:latin typeface="+mn-lt"/>
          <a:ea typeface="+mn-lt"/>
          <a:cs typeface="+mn-lt"/>
        </a:defRPr>
      </a:lvl4pPr>
      <a:lvl5pPr xmlns:a="http://schemas.openxmlformats.org/drawingml/2006/main" marL="1828800" algn="l" defTabSz="914400">
        <a:buNone/>
        <a:defRPr sz="1800" kern="1200">
          <a:solidFill>
            <a:schemeClr val="tx1"/>
          </a:solidFill>
          <a:latin typeface="+mn-lt"/>
          <a:ea typeface="+mn-lt"/>
          <a:cs typeface="+mn-lt"/>
        </a:defRPr>
      </a:lvl5pPr>
      <a:lvl6pPr xmlns:a="http://schemas.openxmlformats.org/drawingml/2006/main" marL="2286000" algn="l" defTabSz="914400">
        <a:buNone/>
        <a:defRPr sz="1800" kern="1200">
          <a:solidFill>
            <a:schemeClr val="tx1"/>
          </a:solidFill>
          <a:latin typeface="+mn-lt"/>
          <a:ea typeface="+mn-lt"/>
          <a:cs typeface="+mn-lt"/>
        </a:defRPr>
      </a:lvl6pPr>
      <a:lvl7pPr xmlns:a="http://schemas.openxmlformats.org/drawingml/2006/main" marL="2743200" algn="l" defTabSz="914400">
        <a:buNone/>
        <a:defRPr sz="1800" kern="1200">
          <a:solidFill>
            <a:schemeClr val="tx1"/>
          </a:solidFill>
          <a:latin typeface="+mn-lt"/>
          <a:ea typeface="+mn-lt"/>
          <a:cs typeface="+mn-lt"/>
        </a:defRPr>
      </a:lvl7pPr>
      <a:lvl8pPr xmlns:a="http://schemas.openxmlformats.org/drawingml/2006/main" marL="3200400" algn="l" defTabSz="914400">
        <a:buNone/>
        <a:defRPr sz="1800" kern="1200">
          <a:solidFill>
            <a:schemeClr val="tx1"/>
          </a:solidFill>
          <a:latin typeface="+mn-lt"/>
          <a:ea typeface="+mn-lt"/>
          <a:cs typeface="+mn-lt"/>
        </a:defRPr>
      </a:lvl8pPr>
      <a:lvl9pPr xmlns:a="http://schemas.openxmlformats.org/drawingml/2006/main" marL="3657600" algn="l" defTabSz="914400">
        <a:buNone/>
        <a:defRPr sz="1800" kern="1200">
          <a:solidFill>
            <a:schemeClr val="tx1"/>
          </a:solidFill>
          <a:latin typeface="+mn-lt"/>
          <a:ea typeface="+mn-lt"/>
          <a:cs typeface="+mn-lt"/>
        </a:defRPr>
      </a:lvl9pPr>
    </p:otherStyle>
  </p:txStyles>
  <p:extLst>
    <p:ext uri="{27BBF7A9-308A-43DC-89C8-2F10F3537804}">
      <p15:sldGuideLst xmlns:p15="http://schemas.microsoft.com/office/powerpoint/2012/main">
        <p15:guide id="1" userDrawn="1">
          <p15:clr>
            <a:srgbClr xmlns:a="http://schemas.openxmlformats.org/drawingml/2006/main" val="F26B43"/>
          </p15:clr>
        </p15:guide>
        <p15:guide id="2" pos="7680" userDrawn="1">
          <p15:clr>
            <a:srgbClr xmlns:a="http://schemas.openxmlformats.org/drawingml/2006/main" val="F26B43"/>
          </p15:clr>
        </p15:guide>
        <p15:guide id="3" pos="248" userDrawn="1">
          <p15:clr>
            <a:srgbClr xmlns:a="http://schemas.openxmlformats.org/drawingml/2006/main" val="F26B43"/>
          </p15:clr>
        </p15:guide>
        <p15:guide id="4" pos="1264" userDrawn="1">
          <p15:clr>
            <a:srgbClr xmlns:a="http://schemas.openxmlformats.org/drawingml/2006/main" val="F26B43"/>
          </p15:clr>
        </p15:guide>
        <p15:guide id="5" pos="1480" userDrawn="1">
          <p15:clr>
            <a:srgbClr xmlns:a="http://schemas.openxmlformats.org/drawingml/2006/main" val="F26B43"/>
          </p15:clr>
        </p15:guide>
        <p15:guide id="6" pos="2496" userDrawn="1">
          <p15:clr>
            <a:srgbClr xmlns:a="http://schemas.openxmlformats.org/drawingml/2006/main" val="F26B43"/>
          </p15:clr>
        </p15:guide>
        <p15:guide id="7" pos="2712" userDrawn="1">
          <p15:clr>
            <a:srgbClr xmlns:a="http://schemas.openxmlformats.org/drawingml/2006/main" val="F26B43"/>
          </p15:clr>
        </p15:guide>
        <p15:guide id="8" pos="3736" userDrawn="1">
          <p15:clr>
            <a:srgbClr xmlns:a="http://schemas.openxmlformats.org/drawingml/2006/main" val="F26B43"/>
          </p15:clr>
        </p15:guide>
        <p15:guide id="9" pos="3944" userDrawn="1">
          <p15:clr>
            <a:srgbClr xmlns:a="http://schemas.openxmlformats.org/drawingml/2006/main" val="F26B43"/>
          </p15:clr>
        </p15:guide>
        <p15:guide id="10" pos="4968" userDrawn="1">
          <p15:clr>
            <a:srgbClr xmlns:a="http://schemas.openxmlformats.org/drawingml/2006/main" val="F26B43"/>
          </p15:clr>
        </p15:guide>
        <p15:guide id="11" pos="5184" userDrawn="1">
          <p15:clr>
            <a:srgbClr xmlns:a="http://schemas.openxmlformats.org/drawingml/2006/main" val="F26B43"/>
          </p15:clr>
        </p15:guide>
        <p15:guide id="12" pos="6200" userDrawn="1">
          <p15:clr>
            <a:srgbClr xmlns:a="http://schemas.openxmlformats.org/drawingml/2006/main" val="F26B43"/>
          </p15:clr>
        </p15:guide>
        <p15:guide id="13" pos="6416" userDrawn="1">
          <p15:clr>
            <a:srgbClr xmlns:a="http://schemas.openxmlformats.org/drawingml/2006/main" val="F26B43"/>
          </p15:clr>
        </p15:guide>
        <p15:guide id="14" pos="7432" userDrawn="1">
          <p15:clr>
            <a:srgbClr xmlns:a="http://schemas.openxmlformats.org/drawingml/2006/main" val="F26B43"/>
          </p15:clr>
        </p15:guide>
        <p15:guide id="15" orient="horz" userDrawn="1">
          <p15:clr>
            <a:srgbClr xmlns:a="http://schemas.openxmlformats.org/drawingml/2006/main" val="F26B43"/>
          </p15:clr>
        </p15:guide>
        <p15:guide id="17" orient="horz" pos="248" userDrawn="1">
          <p15:clr>
            <a:srgbClr xmlns:a="http://schemas.openxmlformats.org/drawingml/2006/main" val="F26B43"/>
          </p15:clr>
        </p15:guide>
        <p15:guide id="18" orient="horz" pos="656" userDrawn="1">
          <p15:clr>
            <a:srgbClr xmlns:a="http://schemas.openxmlformats.org/drawingml/2006/main" val="F26B43"/>
          </p15:clr>
        </p15:guide>
        <p15:guide id="19" orient="horz" pos="872" userDrawn="1">
          <p15:clr>
            <a:srgbClr xmlns:a="http://schemas.openxmlformats.org/drawingml/2006/main" val="F26B43"/>
          </p15:clr>
        </p15:guide>
        <p15:guide id="20" orient="horz" pos="1280" userDrawn="1">
          <p15:clr>
            <a:srgbClr xmlns:a="http://schemas.openxmlformats.org/drawingml/2006/main" val="F26B43"/>
          </p15:clr>
        </p15:guide>
        <p15:guide id="21" orient="horz" pos="1496" userDrawn="1">
          <p15:clr>
            <a:srgbClr xmlns:a="http://schemas.openxmlformats.org/drawingml/2006/main" val="F26B43"/>
          </p15:clr>
        </p15:guide>
        <p15:guide id="22" orient="horz" pos="1904" userDrawn="1">
          <p15:clr>
            <a:srgbClr xmlns:a="http://schemas.openxmlformats.org/drawingml/2006/main" val="F26B43"/>
          </p15:clr>
        </p15:guide>
        <p15:guide id="23" orient="horz" pos="2120" userDrawn="1">
          <p15:clr>
            <a:srgbClr xmlns:a="http://schemas.openxmlformats.org/drawingml/2006/main" val="F26B43"/>
          </p15:clr>
        </p15:guide>
        <p15:guide id="24" orient="horz" pos="2528" userDrawn="1">
          <p15:clr>
            <a:srgbClr xmlns:a="http://schemas.openxmlformats.org/drawingml/2006/main" val="F26B43"/>
          </p15:clr>
        </p15:guide>
        <p15:guide id="25" orient="horz" pos="2744" userDrawn="1">
          <p15:clr>
            <a:srgbClr xmlns:a="http://schemas.openxmlformats.org/drawingml/2006/main" val="F26B43"/>
          </p15:clr>
        </p15:guide>
        <p15:guide id="26" orient="horz" pos="3152" userDrawn="1">
          <p15:clr>
            <a:srgbClr xmlns:a="http://schemas.openxmlformats.org/drawingml/2006/main" val="F26B43"/>
          </p15:clr>
        </p15:guide>
        <p15:guide id="27" orient="horz" pos="3368" userDrawn="1">
          <p15:clr>
            <a:srgbClr xmlns:a="http://schemas.openxmlformats.org/drawingml/2006/main" val="F26B43"/>
          </p15:clr>
        </p15:guide>
        <p15:guide id="28" orient="horz" pos="3776" userDrawn="1">
          <p15:clr>
            <a:srgbClr xmlns:a="http://schemas.openxmlformats.org/drawingml/2006/main" val="F26B43"/>
          </p15:clr>
        </p15:guide>
        <p15:guide id="29" orient="horz" pos="4088" userDrawn="1">
          <p15:clr>
            <a:srgbClr xmlns:a="http://schemas.openxmlformats.org/drawingml/2006/main" val="F26B43"/>
          </p15:clr>
        </p15:guide>
      </p15:sldGuideLst>
    </p:ext>
  </p:extLst>
</p:sldMaster>
</file>

<file path=ppt/slideMasters/theme/theme2.xml><?xml version="1.0" encoding="utf-8"?>
<a:theme xmlns:a="http://schemas.openxmlformats.org/drawingml/2006/main" name="Default Codex Theme">
  <a:themeElements>
    <a:clrScheme name="Codex Colors">
      <a:dk1>
        <a:srgbClr val="000000"/>
      </a:dk1>
      <a:lt1>
        <a:srgbClr val="FFFFFF"/>
      </a:lt1>
      <a:dk2>
        <a:srgbClr val="00264F"/>
      </a:dk2>
      <a:lt2>
        <a:srgbClr val="D0EDFA"/>
      </a:lt2>
      <a:accent1>
        <a:srgbClr val="6DCBF4"/>
      </a:accent1>
      <a:accent2>
        <a:srgbClr val="3D8DFF"/>
      </a:accent2>
      <a:accent3>
        <a:srgbClr val="47E2C2"/>
      </a:accent3>
      <a:accent4>
        <a:srgbClr val="85DF7B"/>
      </a:accent4>
      <a:accent5>
        <a:srgbClr val="F7CB59"/>
      </a:accent5>
      <a:accent6>
        <a:srgbClr val="F67576"/>
      </a:accent6>
      <a:hlink>
        <a:srgbClr val="000000"/>
      </a:hlink>
      <a:folHlink>
        <a:srgbClr val="0097A7"/>
      </a:folHlink>
    </a:clrScheme>
    <a:fontScheme name="Helvetica Neue">
      <a:majorFont>
        <a:latin typeface="Helvetica Neue"/>
        <a:ea typeface=""/>
        <a:cs typeface=""/>
      </a:majorFont>
      <a:minorFont>
        <a:latin typeface="Helvetica Neue"/>
        <a:ea typeface=""/>
        <a:cs typeface=""/>
      </a:minorFont>
    </a:fontScheme>
    <a:fmtScheme name="Codex Colors">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e1ece1780a5e4e6c" /><Relationship Type="http://schemas.openxmlformats.org/officeDocument/2006/relationships/chart" Target="/ppt/slides/charts/chart1.xml" Id="R98a2dce1621a41c6" /><Relationship Type="http://schemas.openxmlformats.org/officeDocument/2006/relationships/notesSlide" Target="/ppt/notesSlides/notesSlide1.xml" Id="R5594e8d5034c4c8a" /></Relationships>
</file>

<file path=ppt/slides/_rels/slide2.xml.rels>&#65279;<?xml version="1.0" encoding="utf-8"?><Relationships xmlns="http://schemas.openxmlformats.org/package/2006/relationships"><Relationship Type="http://schemas.openxmlformats.org/officeDocument/2006/relationships/slideLayout" Target="/ppt/slideLayouts/slideLayout2.xml" Id="R025bc531227d490c" /><Relationship Type="http://schemas.openxmlformats.org/officeDocument/2006/relationships/notesSlide" Target="/ppt/notesSlides/notesSlide2.xml" Id="Reaea8579797d40fd"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17266deedc0d440e" /><Relationship Type="http://schemas.openxmlformats.org/officeDocument/2006/relationships/notesSlide" Target="/ppt/notesSlides/notesSlide3.xml" Id="R493897bafd024eb4"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chart1.xml><?xml version="1.0" encoding="utf-8"?>
<c:chartSpace xmlns:c="http://schemas.openxmlformats.org/drawingml/2006/chart" xmlns:r="http://schemas.openxmlformats.org/officeDocument/2006/relationships">
  <c:lang val="en-US"/>
  <c:chart>
    <c:title>
      <c:tx>
        <c:rich>
          <a:bodyPr xmlns:a="http://schemas.openxmlformats.org/drawingml/2006/main"/>
          <a:lstStyle xmlns:a="http://schemas.openxmlformats.org/drawingml/2006/main"/>
          <a:p xmlns:a="http://schemas.openxmlformats.org/drawingml/2006/main">
            <a:r>
              <a:rPr>
                <a:latin typeface="Arial"/>
                <a:ea typeface="Arial"/>
                <a:cs typeface="Arial"/>
              </a:rPr>
              <a:t>Frame time (ms)</a:t>
            </a:r>
          </a:p>
        </c:rich>
      </c:tx>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title>
    <c:plotArea>
      <c:barChart>
        <c:barDir val="col"/>
        <c:grouping val="clustered"/>
        <c:varyColors val="0"/>
        <c:ser>
          <c:idx val="0"/>
          <c:order val="0"/>
          <c:tx>
            <c:v>Contact off</c:v>
          </c:tx>
          <c:spPr>
            <a:solidFill xmlns:a="http://schemas.openxmlformats.org/drawingml/2006/main">
              <a:srgbClr val="66BCE9"/>
            </a:solidFill>
          </c:spPr>
          <c:cat>
            <c:strRef>
              <c:f>'Chart Data'!$A$2:$A$4</c:f>
              <c:strCache>
                <c:ptCount val="3"/>
                <c:pt idx="0">
                  <c:v>1 layer</c:v>
                </c:pt>
                <c:pt idx="1">
                  <c:v>2 layers</c:v>
                </c:pt>
                <c:pt idx="2">
                  <c:v>4 layers</c:v>
                </c:pt>
              </c:strCache>
            </c:strRef>
          </c:cat>
          <c:val>
            <c:numRef>
              <c:f>'Chart Data'!$B$2:$B$4</c:f>
              <c:numCache>
                <c:formatCode>General</c:formatCode>
                <c:ptCount val="3"/>
                <c:pt idx="0">
                  <c:v>4.497</c:v>
                </c:pt>
                <c:pt idx="1">
                  <c:v>5.311</c:v>
                </c:pt>
                <c:pt idx="2">
                  <c:v>5.369</c:v>
                </c:pt>
              </c:numCache>
            </c:numRef>
          </c:val>
        </c:ser>
        <c:ser>
          <c:idx val="1"/>
          <c:order val="1"/>
          <c:tx>
            <c:v>Contact on</c:v>
          </c:tx>
          <c:spPr>
            <a:solidFill xmlns:a="http://schemas.openxmlformats.org/drawingml/2006/main">
              <a:srgbClr val="2F8EF1"/>
            </a:solidFill>
          </c:spPr>
          <c:cat>
            <c:strRef>
              <c:f>'Chart Data'!$C$2:$C$4</c:f>
              <c:strCache>
                <c:ptCount val="3"/>
                <c:pt idx="0">
                  <c:v>1 layer</c:v>
                </c:pt>
                <c:pt idx="1">
                  <c:v>2 layers</c:v>
                </c:pt>
                <c:pt idx="2">
                  <c:v>4 layers</c:v>
                </c:pt>
              </c:strCache>
            </c:strRef>
          </c:cat>
          <c:val>
            <c:numRef>
              <c:f>'Chart Data'!$D$2:$D$4</c:f>
              <c:numCache>
                <c:formatCode>General</c:formatCode>
                <c:ptCount val="3"/>
                <c:pt idx="0">
                  <c:v>5.243</c:v>
                </c:pt>
                <c:pt idx="1">
                  <c:v>13.991</c:v>
                </c:pt>
                <c:pt idx="2">
                  <c:v>20.160</c:v>
                </c:pt>
              </c:numCache>
            </c:numRef>
          </c:val>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dLblPos val="outEnd"/>
          <c:showLegendKey val="0"/>
          <c:showVal val="1"/>
          <c:showCatName val="0"/>
          <c:showSerName val="0"/>
          <c:showPercent val="0"/>
          <c:showBubbleSize val="0"/>
          <c:showLeaderLines val="0"/>
        </c:dLbls>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a:solidFill>
                  <a:srgbClr val="666666"/>
                </a:solidFill>
                <a:latin typeface="Arial"/>
                <a:ea typeface="Arial"/>
                <a:cs typeface="Arial"/>
              </a:defRPr>
            </a:pPr>
          </a:p>
        </c:txPr>
        <c:crossAx val="48672768"/>
      </c:catAx>
      <c:valAx>
        <c:axId val="48672768"/>
        <c:scaling>
          <c:orientation val="minMax"/>
          <c:max val="25"/>
          <c:min val="0"/>
        </c:scaling>
        <c:delete val="0"/>
        <c:axPos val="l"/>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a:solidFill>
                  <a:srgbClr val="666666"/>
                </a:solidFill>
                <a:latin typeface="Arial"/>
                <a:ea typeface="Arial"/>
                <a:cs typeface="Arial"/>
              </a:defRPr>
            </a:pPr>
          </a:p>
        </c:txPr>
        <c:crossAx val="48650112"/>
        <c:crossBetween val="between"/>
        <c:majorUnit val="5"/>
      </c:valAx>
    </c:plotArea>
    <c:legend>
      <c:legendPos val="b"/>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legend>
    <c:plotVisOnly val="1"/>
  </c:chart>
  <c:externalData r:id="rIdChartSnapshot1">
    <c:autoUpdate val="0"/>
  </c:externalData>
</c:chartSpace>
</file>

<file path=ppt/slides/slide1.xml><?xml version="1.0" encoding="utf-8"?>
<p:sld xmlns:p="http://schemas.openxmlformats.org/presentationml/2006/main">
  <p:cSld>
    <p:spTree>
      <p:nvGrpSpPr>
        <p:cNvPr id="1" name=""/>
        <p:cNvGrpSpPr/>
        <p:nvPr/>
      </p:nvGrpSpPr>
      <p:grpSpPr>
        <a:xfrm xmlns:a="http://schemas.openxmlformats.org/drawingml/2006/main"/>
      </p:grpSpPr>
      <p:sp>
        <p:nvSpPr>
          <p:cNvPr id="10" name="Footer Placeholder 9">
            <a:extLst xmlns:a="http://schemas.openxmlformats.org/drawingml/2006/main">
              <a:ext uri="{FF2B5EF4-FFF2-40B4-BE49-F238E27FC236}">
                <a16:creationId xmlns:a16="http://schemas.microsoft.com/office/drawing/2014/main" id="{86E641B5-9209-3FE0-FF9F-6D9DEC997FE3}"/>
              </a:ext>
            </a:extLst>
          </p:cNvPr>
          <p:cNvSpPr>
            <a:spLocks xmlns:a="http://schemas.openxmlformats.org/drawingml/2006/main" noGrp="1"/>
          </p:cNvSpPr>
          <p:nvPr>
            <p:ph type="ftr" idx="3"/>
          </p:nvPr>
        </p:nvSpPr>
        <p:spPr>
          <a:xfrm xmlns:a="http://schemas.openxmlformats.org/drawingml/2006/main">
            <a:off x="634472" y="6037263"/>
            <a:ext cx="3568700" cy="241300"/>
          </a:xfrm>
        </p:spPr>
        <p:txBody>
          <a:bodyPr xmlns:a="http://schemas.openxmlformats.org/drawingml/2006/main">
            <a:noAutofit/>
          </a:bodyPr>
          <a:lstStyle xmlns:a="http://schemas.openxmlformats.org/drawingml/2006/main"/>
          <a:p xmlns:a="http://schemas.openxmlformats.org/drawingml/2006/main">
            <a:pPr>
              <a:defRPr sz="1200">
                <a:solidFill>
                  <a:srgbClr val="111111"/>
                </a:solidFill>
                <a:latin typeface="Arial"/>
                <a:ea typeface="Arial"/>
                <a:cs typeface="Arial"/>
              </a:defRPr>
            </a:pPr>
            <a:r>
              <a:rPr sz="1200">
                <a:solidFill>
                  <a:srgbClr val="111111"/>
                </a:solidFill>
                <a:latin typeface="Arial"/>
                <a:ea typeface="Arial"/>
                <a:cs typeface="Arial"/>
              </a:rPr>
              <a:t>RTX 3060 Ti  |  3 fresh runs  |  frames 6–40</a:t>
            </a:r>
            <a:endParaRPr/>
          </a:p>
        </p:txBody>
      </p:sp>
      <p:sp>
        <p:nvSpPr>
          <p:cNvPr id="4" name="Slide Number Placeholder 3">
            <a:extLst xmlns:a="http://schemas.openxmlformats.org/drawingml/2006/main">
              <a:ext uri="{FF2B5EF4-FFF2-40B4-BE49-F238E27FC236}">
                <a16:creationId xmlns:a16="http://schemas.microsoft.com/office/drawing/2014/main" id="{0E4B3D1A-6BB0-A1C9-2A5D-E2CB5C0C28D8}"/>
              </a:ext>
            </a:extLst>
          </p:cNvPr>
          <p:cNvSpPr>
            <a:spLocks xmlns:a="http://schemas.openxmlformats.org/drawingml/2006/main" noGrp="1"/>
          </p:cNvSpPr>
          <p:nvPr>
            <p:ph type="sldNum" idx="4"/>
          </p:nvPr>
        </p:nvSpPr>
        <p:spPr>
          <a:xfrm xmlns:a="http://schemas.openxmlformats.org/drawingml/2006/main">
            <a:off x="11279332" y="6279294"/>
            <a:ext cx="518968" cy="241240"/>
          </a:xfrm>
        </p:spPr>
        <p:txBody>
          <a:bodyPr xmlns:a="http://schemas.openxmlformats.org/drawingml/2006/main">
            <a:noAutofit/>
          </a:bodyPr>
          <a:lstStyle xmlns:a="http://schemas.openxmlformats.org/drawingml/2006/main"/>
          <a:p xmlns:a="http://schemas.openxmlformats.org/drawingml/2006/main">
            <a:pPr>
              <a:defRPr sz="1275">
                <a:solidFill>
                  <a:srgbClr val="111111"/>
                </a:solidFill>
                <a:latin typeface="Arial"/>
                <a:ea typeface="Arial"/>
                <a:cs typeface="Arial"/>
              </a:defRPr>
            </a:pPr>
            <a:fld id="{AD75FED6-38D0-DE9C-92C0-6E7FA635581C}" type="slidenum">
              <a:rPr sz="1275">
                <a:solidFill>
                  <a:srgbClr val="111111"/>
                </a:solidFill>
                <a:latin typeface="Arial"/>
                <a:ea typeface="Arial"/>
                <a:cs typeface="Arial"/>
              </a:rPr>
              <a:t>1</a:t>
            </a:fld>
            <a:endParaRPr/>
          </a:p>
        </p:txBody>
      </p:sp>
      <p:sp>
        <p:nvSpPr>
          <p:cNvPr id="11" name="Title 10">
            <a:extLst xmlns:a="http://schemas.openxmlformats.org/drawingml/2006/main">
              <a:ext uri="{FF2B5EF4-FFF2-40B4-BE49-F238E27FC236}">
                <a16:creationId xmlns:a16="http://schemas.microsoft.com/office/drawing/2014/main" id="{76E542D1-756D-7A52-4319-E7068676CA8C}"/>
              </a:ext>
            </a:extLst>
          </p:cNvPr>
          <p:cNvSpPr>
            <a:spLocks xmlns:a="http://schemas.openxmlformats.org/drawingml/2006/main" noGrp="1"/>
          </p:cNvSpPr>
          <p:nvPr>
            <p:ph type="title" idx="0"/>
          </p:nvPr>
        </p:nvSpPr>
        <p:spPr>
          <a:xfrm xmlns:a="http://schemas.openxmlformats.org/drawingml/2006/main">
            <a:off x="393700" y="344008"/>
            <a:ext cx="11404600" cy="1047491"/>
          </a:xfrm>
        </p:spPr>
        <p:txBody>
          <a:bodyPr xmlns:a="http://schemas.openxmlformats.org/drawingml/2006/main">
            <a:noAutofit/>
          </a:bodyPr>
          <a:lstStyle xmlns:a="http://schemas.openxmlformats.org/drawingml/2006/main"/>
          <a:p xmlns:a="http://schemas.openxmlformats.org/drawingml/2006/main">
            <a:pPr>
              <a:defRPr sz="2700">
                <a:solidFill>
                  <a:srgbClr val="111111"/>
                </a:solidFill>
                <a:latin typeface="Arial"/>
                <a:ea typeface="Arial"/>
                <a:cs typeface="Arial"/>
              </a:defRPr>
            </a:pPr>
            <a:r>
              <a:rPr sz="2700">
                <a:solidFill>
                  <a:srgbClr val="111111"/>
                </a:solidFill>
                <a:latin typeface="Arial"/>
                <a:ea typeface="Arial"/>
                <a:cs typeface="Arial"/>
              </a:rPr>
              <a:t>Where does the added contact time go?</a:t>
            </a:r>
          </a:p>
        </p:txBody>
      </p:sp>
      <p:sp>
        <p:nvSpPr>
          <p:cNvPr id="38" name="Content Placeholder 9">
            <a:extLst xmlns:a="http://schemas.openxmlformats.org/drawingml/2006/main">
              <a:ext uri="{FF2B5EF4-FFF2-40B4-BE49-F238E27FC236}">
                <a16:creationId xmlns:a16="http://schemas.microsoft.com/office/drawing/2014/main" id="{23EBE22F-0E57-50F2-2730-87B6AA220C40}"/>
              </a:ext>
            </a:extLst>
          </p:cNvPr>
          <p:cNvSpPr>
            <a:spLocks xmlns:a="http://schemas.openxmlformats.org/drawingml/2006/main" noGrp="1"/>
          </p:cNvSpPr>
          <p:nvPr/>
        </p:nvSpPr>
        <p:spPr>
          <a:xfrm xmlns:a="http://schemas.openxmlformats.org/drawingml/2006/main">
            <a:off x="6366176" y="4072340"/>
            <a:ext cx="2133315" cy="903750"/>
          </a:xfrm>
          <a:prstGeom xmlns:a="http://schemas.openxmlformats.org/drawingml/2006/main" prst="rect">
            <a:avLst/>
          </a:prstGeom>
        </p:spPr>
        <p:txBody>
          <a:bodyPr xmlns:a="http://schemas.openxmlformats.org/drawingml/2006/main" vert="horz" lIns="0" tIns="0" rIns="0" bIns="0" anchor="b">
            <a:noAutofit/>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2540" marR="0" lvl="0" indent="0" algn="l" defTabSz="914400">
              <a:lnSpc>
                <a:spcPct val="110000"/>
              </a:lnSpc>
              <a:spcBef>
                <a:spcPts val="0"/>
              </a:spcBef>
              <a:spcAft>
                <a:spcPts val="0"/>
              </a:spcAft>
              <a:buClr>
                <a:prstClr val="black"/>
              </a:buClr>
              <a:buSzPts val="1400"/>
              <a:buNone/>
              <a:defRPr sz="4050">
                <a:solidFill>
                  <a:srgbClr val="111111"/>
                </a:solidFill>
                <a:latin typeface="Arial"/>
                <a:ea typeface="Arial"/>
                <a:cs typeface="Arial"/>
              </a:defRPr>
            </a:pPr>
            <a:r>
              <a:rPr sz="4050" u="none" cap="none" spc="0">
                <a:ln>
                  <a:noFill/>
                </a:ln>
                <a:solidFill>
                  <a:srgbClr val="111111"/>
                </a:solidFill>
                <a:latin typeface="Arial"/>
                <a:ea typeface="Arial"/>
                <a:cs typeface="Arial"/>
              </a:rPr>
              <a:t>3.76×</a:t>
            </a:r>
            <a:endParaRPr sz="5000">
              <a:latin typeface="Helvetica Neue"/>
              <a:ea typeface="Helvetica Neue"/>
              <a:cs typeface="Helvetica Neue"/>
            </a:endParaRPr>
          </a:p>
        </p:txBody>
      </p:sp>
      <p:sp>
        <p:nvSpPr>
          <p:cNvPr id="39" name="Content Placeholder 15">
            <a:extLst xmlns:a="http://schemas.openxmlformats.org/drawingml/2006/main">
              <a:ext uri="{FF2B5EF4-FFF2-40B4-BE49-F238E27FC236}">
                <a16:creationId xmlns:a16="http://schemas.microsoft.com/office/drawing/2014/main" id="{321A36F2-8209-5AA9-0D95-01C3D5856CA8}"/>
              </a:ext>
            </a:extLst>
          </p:cNvPr>
          <p:cNvSpPr>
            <a:spLocks xmlns:a="http://schemas.openxmlformats.org/drawingml/2006/main" noGrp="1"/>
          </p:cNvSpPr>
          <p:nvPr/>
        </p:nvSpPr>
        <p:spPr>
          <a:xfrm xmlns:a="http://schemas.openxmlformats.org/drawingml/2006/main">
            <a:off x="6432794" y="5068235"/>
            <a:ext cx="2066698" cy="615950"/>
          </a:xfrm>
          <a:prstGeom xmlns:a="http://schemas.openxmlformats.org/drawingml/2006/main" prst="rect">
            <a:avLst/>
          </a:prstGeom>
        </p:spPr>
        <p:txBody>
          <a:bodyPr xmlns:a="http://schemas.openxmlformats.org/drawingml/2006/main" vert="horz" lIns="0" tIns="0" rIns="0" bIns="0">
            <a:noAutofit/>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4000"/>
              </a:lnSpc>
              <a:spcBef>
                <a:spcPts val="0"/>
              </a:spcBef>
              <a:spcAft>
                <a:spcPts val="800"/>
              </a:spcAft>
              <a:buFont typeface="Arial"/>
              <a:buNone/>
              <a:defRPr sz="1650">
                <a:solidFill>
                  <a:srgbClr val="111111"/>
                </a:solidFill>
                <a:latin typeface="Arial"/>
                <a:ea typeface="Arial"/>
                <a:cs typeface="Arial"/>
              </a:defRPr>
            </a:pPr>
            <a:r>
              <a:rPr sz="1650">
                <a:solidFill>
                  <a:srgbClr val="111111"/>
                </a:solidFill>
                <a:latin typeface="Arial"/>
                <a:ea typeface="Arial"/>
                <a:cs typeface="Arial"/>
              </a:rPr>
              <a:t>frame time versus the same-size control</a:t>
            </a:r>
            <a:endParaRPr sz="1400">
              <a:latin typeface="Helvetica Neue"/>
              <a:ea typeface="Helvetica Neue"/>
              <a:cs typeface="Helvetica Neue"/>
            </a:endParaRPr>
          </a:p>
        </p:txBody>
      </p:sp>
      <p:sp>
        <p:nvSpPr>
          <p:cNvPr id="41" name="Content Placeholder 9">
            <a:extLst xmlns:a="http://schemas.openxmlformats.org/drawingml/2006/main">
              <a:ext uri="{FF2B5EF4-FFF2-40B4-BE49-F238E27FC236}">
                <a16:creationId xmlns:a16="http://schemas.microsoft.com/office/drawing/2014/main" id="{D26AD9AD-13F4-E1DA-D400-C93C8877BBBD}"/>
              </a:ext>
            </a:extLst>
          </p:cNvPr>
          <p:cNvSpPr>
            <a:spLocks xmlns:a="http://schemas.openxmlformats.org/drawingml/2006/main" noGrp="1"/>
          </p:cNvSpPr>
          <p:nvPr/>
        </p:nvSpPr>
        <p:spPr>
          <a:xfrm xmlns:a="http://schemas.openxmlformats.org/drawingml/2006/main">
            <a:off x="9318381" y="4072340"/>
            <a:ext cx="2133315" cy="903750"/>
          </a:xfrm>
          <a:prstGeom xmlns:a="http://schemas.openxmlformats.org/drawingml/2006/main" prst="rect">
            <a:avLst/>
          </a:prstGeom>
        </p:spPr>
        <p:txBody>
          <a:bodyPr xmlns:a="http://schemas.openxmlformats.org/drawingml/2006/main" vert="horz" lIns="0" tIns="0" rIns="0" bIns="0" anchor="b">
            <a:noAutofit/>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2540" marR="0" lvl="0" indent="0" algn="l" defTabSz="914400">
              <a:lnSpc>
                <a:spcPct val="110000"/>
              </a:lnSpc>
              <a:spcBef>
                <a:spcPts val="0"/>
              </a:spcBef>
              <a:spcAft>
                <a:spcPts val="0"/>
              </a:spcAft>
              <a:buClr>
                <a:prstClr val="black"/>
              </a:buClr>
              <a:buSzPts val="1400"/>
              <a:buNone/>
              <a:defRPr sz="4050">
                <a:solidFill>
                  <a:srgbClr val="111111"/>
                </a:solidFill>
                <a:latin typeface="Arial"/>
                <a:ea typeface="Arial"/>
                <a:cs typeface="Arial"/>
              </a:defRPr>
            </a:pPr>
            <a:r>
              <a:rPr sz="4050" u="none" cap="none" spc="0">
                <a:ln>
                  <a:noFill/>
                </a:ln>
                <a:solidFill>
                  <a:srgbClr val="111111"/>
                </a:solidFill>
                <a:latin typeface="Arial"/>
                <a:ea typeface="Arial"/>
                <a:cs typeface="Arial"/>
              </a:rPr>
              <a:t>36/36</a:t>
            </a:r>
            <a:endParaRPr sz="5000">
              <a:latin typeface="Helvetica Neue"/>
              <a:ea typeface="Helvetica Neue"/>
              <a:cs typeface="Helvetica Neue"/>
            </a:endParaRPr>
          </a:p>
        </p:txBody>
      </p:sp>
      <p:sp>
        <p:nvSpPr>
          <p:cNvPr id="42" name="Content Placeholder 15">
            <a:extLst xmlns:a="http://schemas.openxmlformats.org/drawingml/2006/main">
              <a:ext uri="{FF2B5EF4-FFF2-40B4-BE49-F238E27FC236}">
                <a16:creationId xmlns:a16="http://schemas.microsoft.com/office/drawing/2014/main" id="{D80012E4-4A17-58AB-7C13-D2FE52FDDB3B}"/>
              </a:ext>
            </a:extLst>
          </p:cNvPr>
          <p:cNvSpPr>
            <a:spLocks xmlns:a="http://schemas.openxmlformats.org/drawingml/2006/main" noGrp="1"/>
          </p:cNvSpPr>
          <p:nvPr/>
        </p:nvSpPr>
        <p:spPr>
          <a:xfrm xmlns:a="http://schemas.openxmlformats.org/drawingml/2006/main">
            <a:off x="9384999" y="5068235"/>
            <a:ext cx="2066698" cy="615950"/>
          </a:xfrm>
          <a:prstGeom xmlns:a="http://schemas.openxmlformats.org/drawingml/2006/main" prst="rect">
            <a:avLst/>
          </a:prstGeom>
        </p:spPr>
        <p:txBody>
          <a:bodyPr xmlns:a="http://schemas.openxmlformats.org/drawingml/2006/main" vert="horz" lIns="0" tIns="0" rIns="0" bIns="0">
            <a:noAutofit/>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4000"/>
              </a:lnSpc>
              <a:spcBef>
                <a:spcPts val="0"/>
              </a:spcBef>
              <a:spcAft>
                <a:spcPts val="800"/>
              </a:spcAft>
              <a:buFont typeface="Arial"/>
              <a:buNone/>
              <a:defRPr sz="1650">
                <a:solidFill>
                  <a:srgbClr val="111111"/>
                </a:solidFill>
                <a:latin typeface="Arial"/>
                <a:ea typeface="Arial"/>
                <a:cs typeface="Arial"/>
              </a:defRPr>
            </a:pPr>
            <a:r>
              <a:rPr sz="1650">
                <a:solidFill>
                  <a:srgbClr val="111111"/>
                </a:solidFill>
                <a:latin typeface="Arial"/>
                <a:ea typeface="Arial"/>
                <a:cs typeface="Arial"/>
              </a:rPr>
              <a:t>runs completed and converged</a:t>
            </a:r>
            <a:endParaRPr sz="1400">
              <a:latin typeface="Helvetica Neue"/>
              <a:ea typeface="Helvetica Neue"/>
              <a:cs typeface="Helvetica Neue"/>
            </a:endParaRPr>
          </a:p>
        </p:txBody>
      </p:sp>
      <p:sp>
        <p:nvSpPr>
          <p:cNvPr id="2" name="Rounded Rectangle 1">
            <a:extLst xmlns:a="http://schemas.openxmlformats.org/drawingml/2006/main">
              <a:ext uri="{FF2B5EF4-FFF2-40B4-BE49-F238E27FC236}">
                <a16:creationId xmlns:a16="http://schemas.microsoft.com/office/drawing/2014/main" id="{B9E294EF-928B-660C-B2B3-E78F4ECC5452}"/>
              </a:ext>
            </a:extLst>
          </p:cNvPr>
          <p:cNvSpPr>
            <a:spLocks xmlns:a="http://schemas.openxmlformats.org/drawingml/2006/main" noGrp="1"/>
          </p:cNvSpPr>
          <p:nvPr/>
        </p:nvSpPr>
        <p:spPr>
          <a:xfrm xmlns:a="http://schemas.openxmlformats.org/drawingml/2006/main">
            <a:off x="393700" y="1041400"/>
            <a:ext cx="5526315" cy="5435072"/>
          </a:xfrm>
          <a:prstGeom xmlns:a="http://schemas.openxmlformats.org/drawingml/2006/main" prst="roundRect">
            <a:avLst>
              <a:gd name="adj" fmla="val 0"/>
            </a:avLst>
          </a:prstGeom>
          <a:noFill xmlns:a="http://schemas.openxmlformats.org/drawingml/2006/main"/>
          <a:ln xmlns:a="http://schemas.openxmlformats.org/drawingml/2006/main" w="12700">
            <a:solidFill>
              <a:schemeClr val="tx1"/>
            </a:solid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6" name="Content Placeholder 1">
            <a:extLst xmlns:a="http://schemas.openxmlformats.org/drawingml/2006/main">
              <a:ext uri="{FF2B5EF4-FFF2-40B4-BE49-F238E27FC236}">
                <a16:creationId xmlns:a16="http://schemas.microsoft.com/office/drawing/2014/main" id="{BE261F0F-2359-53ED-9F86-805EC1A3492D}"/>
              </a:ext>
            </a:extLst>
          </p:cNvPr>
          <p:cNvSpPr>
            <a:spLocks xmlns:a="http://schemas.openxmlformats.org/drawingml/2006/main" noGrp="1"/>
          </p:cNvSpPr>
          <p:nvPr/>
        </p:nvSpPr>
        <p:spPr>
          <a:xfrm xmlns:a="http://schemas.openxmlformats.org/drawingml/2006/main">
            <a:off x="6432794" y="1709230"/>
            <a:ext cx="5331640" cy="1614066"/>
          </a:xfrm>
          <a:prstGeom xmlns:a="http://schemas.openxmlformats.org/drawingml/2006/main" prst="rect">
            <a:avLst/>
          </a:prstGeom>
        </p:spPr>
        <p:txBody>
          <a:bodyPr xmlns:a="http://schemas.openxmlformats.org/drawingml/2006/main" lIns="0" tIns="0" rIns="0" bIns="0">
            <a:noAutofit/>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4000"/>
              </a:lnSpc>
              <a:spcBef>
                <a:spcPts val="0"/>
              </a:spcBef>
              <a:spcAft>
                <a:spcPts val="800"/>
              </a:spcAft>
              <a:buFont typeface="Arial"/>
              <a:buNone/>
              <a:defRPr sz="1950">
                <a:solidFill>
                  <a:srgbClr val="111111"/>
                </a:solidFill>
                <a:latin typeface="Arial"/>
                <a:ea typeface="Arial"/>
                <a:cs typeface="Arial"/>
              </a:defRPr>
            </a:pPr>
            <a:r>
              <a:rPr sz="1950">
                <a:solidFill>
                  <a:srgbClr val="111111"/>
                </a:solidFill>
                <a:latin typeface="Arial"/>
                <a:ea typeface="Arial"/>
                <a:cs typeface="Arial"/>
              </a:rPr>
              <a:t>Four layers, 1,156 vertices</a:t>
            </a:r>
          </a:p>
          <a:p xmlns:a="http://schemas.openxmlformats.org/drawingml/2006/main">
            <a:pPr marL="0" indent="0">
              <a:lnSpc>
                <a:spcPct val="114000"/>
              </a:lnSpc>
              <a:spcBef>
                <a:spcPts val="0"/>
              </a:spcBef>
              <a:spcAft>
                <a:spcPts val="800"/>
              </a:spcAft>
              <a:buFont typeface="Arial"/>
              <a:buNone/>
              <a:defRPr sz="1950">
                <a:solidFill>
                  <a:srgbClr val="111111"/>
                </a:solidFill>
                <a:latin typeface="Arial"/>
                <a:ea typeface="Arial"/>
                <a:cs typeface="Arial"/>
              </a:defRPr>
            </a:pPr>
            <a:r>
              <a:rPr sz="1950">
                <a:solidFill>
                  <a:srgbClr val="111111"/>
                </a:solidFill>
                <a:latin typeface="Arial"/>
                <a:ea typeface="Arial"/>
                <a:cs typeface="Arial"/>
              </a:rPr>
              <a:t>20.16 ms with contact</a:t>
            </a:r>
          </a:p>
          <a:p xmlns:a="http://schemas.openxmlformats.org/drawingml/2006/main">
            <a:pPr marL="0" indent="0">
              <a:lnSpc>
                <a:spcPct val="114000"/>
              </a:lnSpc>
              <a:spcBef>
                <a:spcPts val="0"/>
              </a:spcBef>
              <a:spcAft>
                <a:spcPts val="800"/>
              </a:spcAft>
              <a:buFont typeface="Arial"/>
              <a:buNone/>
              <a:defRPr sz="1950">
                <a:solidFill>
                  <a:srgbClr val="111111"/>
                </a:solidFill>
                <a:latin typeface="Arial"/>
                <a:ea typeface="Arial"/>
                <a:cs typeface="Arial"/>
              </a:defRPr>
            </a:pPr>
            <a:r>
              <a:rPr sz="1950">
                <a:solidFill>
                  <a:srgbClr val="111111"/>
                </a:solidFill>
                <a:latin typeface="Arial"/>
                <a:ea typeface="Arial"/>
                <a:cs typeface="Arial"/>
              </a:rPr>
              <a:t>5.37 ms without contact</a:t>
            </a:r>
          </a:p>
          <a:p xmlns:a="http://schemas.openxmlformats.org/drawingml/2006/main">
            <a:pPr marL="0" indent="0">
              <a:lnSpc>
                <a:spcPct val="114000"/>
              </a:lnSpc>
              <a:spcBef>
                <a:spcPts val="0"/>
              </a:spcBef>
              <a:spcAft>
                <a:spcPts val="800"/>
              </a:spcAft>
              <a:buFont typeface="Arial"/>
              <a:buNone/>
            </a:pPr>
            <a:r>
              <a:rPr sz="1600">
                <a:solidFill>
                  <a:prstClr val="black"/>
                </a:solidFill>
                <a:latin typeface="Helvetica Neue"/>
                <a:ea typeface="Helvetica Neue"/>
                <a:cs typeface="Helvetica Neue"/>
              </a:rPr>
              <a:t/>
            </a:r>
          </a:p>
          <a:p xmlns:a="http://schemas.openxmlformats.org/drawingml/2006/main">
            <a:pPr marL="0" indent="0">
              <a:lnSpc>
                <a:spcPct val="114000"/>
              </a:lnSpc>
              <a:spcBef>
                <a:spcPts val="0"/>
              </a:spcBef>
              <a:spcAft>
                <a:spcPts val="800"/>
              </a:spcAft>
              <a:buFont typeface="Arial"/>
              <a:buNone/>
              <a:defRPr sz="1950">
                <a:solidFill>
                  <a:srgbClr val="111111"/>
                </a:solidFill>
                <a:latin typeface="Arial"/>
                <a:ea typeface="Arial"/>
                <a:cs typeface="Arial"/>
              </a:defRPr>
            </a:pPr>
            <a:r>
              <a:rPr sz="1950">
                <a:solidFill>
                  <a:srgbClr val="111111"/>
                </a:solidFill>
                <a:latin typeface="Arial"/>
                <a:ea typeface="Arial"/>
                <a:cs typeface="Arial"/>
              </a:rPr>
              <a:t>Baseline only; mechanism unproven.</a:t>
            </a:r>
          </a:p>
        </p:txBody>
      </p:sp>
      <p:graphicFrame>
        <p:nvGraphicFramePr>
          <p:cNvPr id="53" name="Chart"/>
          <p:cNvGraphicFramePr/>
          <p:nvPr/>
        </p:nvGraphicFramePr>
        <p:xfrm>
          <a:off xmlns:a="http://schemas.openxmlformats.org/drawingml/2006/main" x="634472" y="1322449"/>
          <a:ext xmlns:a="http://schemas.openxmlformats.org/drawingml/2006/main" cx="5029728" cy="4784599"/>
        </p:xfrm>
        <a:graphic xmlns:a="http://schemas.openxmlformats.org/drawingml/2006/main">
          <a:graphicData uri="http://schemas.openxmlformats.org/drawingml/2006/chart">
            <c:chart xmlns:r="http://schemas.openxmlformats.org/officeDocument/2006/relationships" xmlns:c="http://schemas.openxmlformats.org/drawingml/2006/chart" r:id="R98a2dce1621a41c6"/>
          </a:graphicData>
        </a:graphic>
      </p:graphicFrame>
    </p:spTree>
    <p:extLst>
      <p:ext uri="{BB962C8B-B14F-4D97-AF65-F5344CB8AC3E}">
        <p14:creationId xmlns:p14="http://schemas.microsoft.com/office/powerpoint/2010/main" val="1126433058"/>
      </p:ext>
    </p:extLst>
  </p:cSld>
</p:sld>
</file>

<file path=ppt/slides/slide2.xml><?xml version="1.0" encoding="utf-8"?>
<p:sld xmlns:p="http://schemas.openxmlformats.org/presentationml/2006/main">
  <p:cSld>
    <p:spTree>
      <p:nvGrpSpPr>
        <p:cNvPr id="1" name=""/>
        <p:cNvGrpSpPr/>
        <p:nvPr/>
      </p:nvGrpSpPr>
      <p:grpSpPr>
        <a:xfrm xmlns:a="http://schemas.openxmlformats.org/drawingml/2006/main"/>
      </p:grpSpPr>
      <p:sp>
        <p:nvSpPr>
          <p:cNvPr id="534" name="Google Shape;534;p58">
            <a:extLst xmlns:a="http://schemas.openxmlformats.org/drawingml/2006/main">
              <a:ext uri="{FF2B5EF4-FFF2-40B4-BE49-F238E27FC236}">
                <a16:creationId xmlns:a16="http://schemas.microsoft.com/office/drawing/2014/main" id="{C936F667-D10C-5292-AA3B-96BE2CAC84D9}"/>
              </a:ext>
            </a:extLst>
          </p:cNvPr>
          <p:cNvSpPr>
            <a:spLocks xmlns:a="http://schemas.openxmlformats.org/drawingml/2006/main" noGrp="1"/>
          </p:cNvSpPr>
          <p:nvPr>
            <p:ph idx="1"/>
          </p:nvPr>
        </p:nvSpPr>
        <p:spPr>
          <a:xfrm xmlns:a="http://schemas.openxmlformats.org/drawingml/2006/main">
            <a:off x="393700" y="1838848"/>
            <a:ext cx="5533190" cy="4155552"/>
          </a:xfrm>
        </p:spPr>
        <p:txBody>
          <a:bodyPr xmlns:a="http://schemas.openxmlformats.org/drawingml/2006/main" spcFirstLastPara="1" vert="horz" wrap="square" lIns="0" tIns="0" rIns="0" bIns="0" anchor="t">
            <a:noAutofit/>
          </a:bodyPr>
          <a:lstStyle xmlns:a="http://schemas.openxmlformats.org/drawingml/2006/main"/>
          <a:p xmlns:a="http://schemas.openxmlformats.org/drawingml/2006/main">
            <a:pPr marL="0" indent="0">
              <a:lnSpc>
                <a:spcPct val="114000"/>
              </a:lnSpc>
              <a:spcBef>
                <a:spcPts val="0"/>
              </a:spcBef>
              <a:spcAft>
                <a:spcPts val="800"/>
              </a:spcAft>
              <a:buNone/>
              <a:defRPr sz="1875">
                <a:solidFill>
                  <a:srgbClr val="111111"/>
                </a:solidFill>
                <a:latin typeface="Arial"/>
                <a:ea typeface="Arial"/>
                <a:cs typeface="Arial"/>
              </a:defRPr>
            </a:pPr>
            <a:r>
              <a:rPr sz="1875">
                <a:solidFill>
                  <a:srgbClr val="111111"/>
                </a:solidFill>
                <a:latin typeface="Arial"/>
                <a:ea typeface="Arial"/>
                <a:cs typeface="Arial"/>
              </a:rPr>
              <a:t>Synchronized stage timing</a:t>
            </a:r>
          </a:p>
          <a:p xmlns:a="http://schemas.openxmlformats.org/drawingml/2006/main">
            <a:pPr marL="0" indent="0">
              <a:lnSpc>
                <a:spcPct val="114000"/>
              </a:lnSpc>
              <a:spcBef>
                <a:spcPts val="0"/>
              </a:spcBef>
              <a:spcAft>
                <a:spcPts val="800"/>
              </a:spcAft>
              <a:buNone/>
            </a:pPr>
            <a:r>
              <a:rPr sz="1400">
                <a:latin typeface="Helvetica Neue"/>
                <a:ea typeface="Helvetica Neue"/>
                <a:cs typeface="Helvetica Neue"/>
              </a:rPr>
              <a:t/>
            </a:r>
          </a:p>
          <a:p xmlns:a="http://schemas.openxmlformats.org/drawingml/2006/main">
            <a:pPr marL="0" indent="0">
              <a:lnSpc>
                <a:spcPct val="114000"/>
              </a:lnSpc>
              <a:spcBef>
                <a:spcPts val="0"/>
              </a:spcBef>
              <a:spcAft>
                <a:spcPts val="800"/>
              </a:spcAft>
              <a:buNone/>
              <a:defRPr sz="1875">
                <a:solidFill>
                  <a:srgbClr val="111111"/>
                </a:solidFill>
                <a:latin typeface="Arial"/>
                <a:ea typeface="Arial"/>
                <a:cs typeface="Arial"/>
              </a:defRPr>
            </a:pPr>
            <a:r>
              <a:rPr sz="1875">
                <a:solidFill>
                  <a:srgbClr val="111111"/>
                </a:solidFill>
                <a:latin typeface="Arial"/>
                <a:ea typeface="Arial"/>
                <a:cs typeface="Arial"/>
              </a:rPr>
              <a:t>DCD detection: 205.5 ms</a:t>
            </a:r>
          </a:p>
          <a:p xmlns:a="http://schemas.openxmlformats.org/drawingml/2006/main">
            <a:pPr marL="0" indent="0">
              <a:lnSpc>
                <a:spcPct val="114000"/>
              </a:lnSpc>
              <a:spcBef>
                <a:spcPts val="0"/>
              </a:spcBef>
              <a:spcAft>
                <a:spcPts val="800"/>
              </a:spcAft>
              <a:buNone/>
              <a:defRPr sz="1875">
                <a:solidFill>
                  <a:srgbClr val="111111"/>
                </a:solidFill>
                <a:latin typeface="Arial"/>
                <a:ea typeface="Arial"/>
                <a:cs typeface="Arial"/>
              </a:defRPr>
            </a:pPr>
            <a:r>
              <a:rPr sz="1875">
                <a:solidFill>
                  <a:srgbClr val="111111"/>
                </a:solidFill>
                <a:latin typeface="Arial"/>
                <a:ea typeface="Arial"/>
                <a:cs typeface="Arial"/>
              </a:rPr>
              <a:t>Trajectory candidates: 121.6 ms</a:t>
            </a:r>
          </a:p>
          <a:p xmlns:a="http://schemas.openxmlformats.org/drawingml/2006/main">
            <a:pPr marL="0" indent="0">
              <a:lnSpc>
                <a:spcPct val="114000"/>
              </a:lnSpc>
              <a:spcBef>
                <a:spcPts val="0"/>
              </a:spcBef>
              <a:spcAft>
                <a:spcPts val="800"/>
              </a:spcAft>
              <a:buNone/>
              <a:defRPr sz="1875">
                <a:solidFill>
                  <a:srgbClr val="111111"/>
                </a:solidFill>
                <a:latin typeface="Arial"/>
                <a:ea typeface="Arial"/>
                <a:cs typeface="Arial"/>
              </a:defRPr>
            </a:pPr>
            <a:r>
              <a:rPr sz="1875">
                <a:solidFill>
                  <a:srgbClr val="111111"/>
                </a:solidFill>
                <a:latin typeface="Arial"/>
                <a:ea typeface="Arial"/>
                <a:cs typeface="Arial"/>
              </a:rPr>
              <a:t>CCD TOI filter: 20.5 ms</a:t>
            </a:r>
          </a:p>
          <a:p xmlns:a="http://schemas.openxmlformats.org/drawingml/2006/main">
            <a:pPr marL="0" indent="0">
              <a:lnSpc>
                <a:spcPct val="114000"/>
              </a:lnSpc>
              <a:spcBef>
                <a:spcPts val="0"/>
              </a:spcBef>
              <a:spcAft>
                <a:spcPts val="800"/>
              </a:spcAft>
              <a:buNone/>
            </a:pPr>
            <a:r>
              <a:rPr sz="1400">
                <a:latin typeface="Helvetica Neue"/>
                <a:ea typeface="Helvetica Neue"/>
                <a:cs typeface="Helvetica Neue"/>
              </a:rPr>
              <a:t/>
            </a:r>
          </a:p>
          <a:p xmlns:a="http://schemas.openxmlformats.org/drawingml/2006/main">
            <a:pPr marL="0" indent="0">
              <a:lnSpc>
                <a:spcPct val="114000"/>
              </a:lnSpc>
              <a:spcBef>
                <a:spcPts val="0"/>
              </a:spcBef>
              <a:spcAft>
                <a:spcPts val="800"/>
              </a:spcAft>
              <a:buNone/>
              <a:defRPr sz="1875">
                <a:solidFill>
                  <a:srgbClr val="111111"/>
                </a:solidFill>
                <a:latin typeface="Arial"/>
                <a:ea typeface="Arial"/>
                <a:cs typeface="Arial"/>
              </a:defRPr>
            </a:pPr>
            <a:r>
              <a:rPr sz="1875">
                <a:solidFill>
                  <a:srgbClr val="111111"/>
                </a:solidFill>
                <a:latin typeface="Arial"/>
                <a:ea typeface="Arial"/>
                <a:cs typeface="Arial"/>
              </a:rPr>
              <a:t>Pipeline: 971.1 ms over 40 frames.</a:t>
            </a:r>
          </a:p>
          <a:p xmlns:a="http://schemas.openxmlformats.org/drawingml/2006/main">
            <a:pPr marL="0" indent="0">
              <a:lnSpc>
                <a:spcPct val="114000"/>
              </a:lnSpc>
              <a:spcBef>
                <a:spcPts val="0"/>
              </a:spcBef>
              <a:spcAft>
                <a:spcPts val="800"/>
              </a:spcAft>
              <a:buNone/>
            </a:pPr>
            <a:r>
              <a:rPr sz="1400">
                <a:latin typeface="Helvetica Neue"/>
                <a:ea typeface="Helvetica Neue"/>
                <a:cs typeface="Helvetica Neue"/>
              </a:rPr>
              <a:t/>
            </a:r>
          </a:p>
          <a:p xmlns:a="http://schemas.openxmlformats.org/drawingml/2006/main">
            <a:pPr marL="0" indent="0">
              <a:lnSpc>
                <a:spcPct val="114000"/>
              </a:lnSpc>
              <a:spcBef>
                <a:spcPts val="0"/>
              </a:spcBef>
              <a:spcAft>
                <a:spcPts val="800"/>
              </a:spcAft>
              <a:buNone/>
              <a:defRPr sz="1875">
                <a:solidFill>
                  <a:srgbClr val="111111"/>
                </a:solidFill>
                <a:latin typeface="Arial"/>
                <a:ea typeface="Arial"/>
                <a:cs typeface="Arial"/>
              </a:defRPr>
            </a:pPr>
            <a:r>
              <a:rPr sz="1875">
                <a:solidFill>
                  <a:srgbClr val="111111"/>
                </a:solidFill>
                <a:latin typeface="Arial"/>
                <a:ea typeface="Arial"/>
                <a:cs typeface="Arial"/>
              </a:rPr>
              <a:t>Timers synchronize GPU work.</a:t>
            </a:r>
          </a:p>
        </p:txBody>
      </p:sp>
      <p:sp>
        <p:nvSpPr>
          <p:cNvPr id="6" name="Footer Placeholder 5">
            <a:extLst xmlns:a="http://schemas.openxmlformats.org/drawingml/2006/main">
              <a:ext uri="{FF2B5EF4-FFF2-40B4-BE49-F238E27FC236}">
                <a16:creationId xmlns:a16="http://schemas.microsoft.com/office/drawing/2014/main" id="{43787D66-ADFA-FEAC-9070-B9C216CEFEAB}"/>
              </a:ext>
            </a:extLst>
          </p:cNvPr>
          <p:cNvSpPr>
            <a:spLocks xmlns:a="http://schemas.openxmlformats.org/drawingml/2006/main" noGrp="1"/>
          </p:cNvSpPr>
          <p:nvPr>
            <p:ph type="ftr" idx="3"/>
          </p:nvPr>
        </p:nvSpPr>
        <p:spPr>
          <a:xfrm xmlns:a="http://schemas.openxmlformats.org/drawingml/2006/main">
            <a:off x="393700" y="6279952"/>
            <a:ext cx="3568700" cy="241240"/>
          </a:xfrm>
        </p:spPr>
        <p:txBody>
          <a:bodyPr xmlns:a="http://schemas.openxmlformats.org/drawingml/2006/main">
            <a:noAutofit/>
          </a:bodyPr>
          <a:lstStyle xmlns:a="http://schemas.openxmlformats.org/drawingml/2006/main"/>
          <a:p xmlns:a="http://schemas.openxmlformats.org/drawingml/2006/main">
            <a:pPr>
              <a:defRPr sz="1200">
                <a:solidFill>
                  <a:srgbClr val="111111"/>
                </a:solidFill>
                <a:latin typeface="Arial"/>
                <a:ea typeface="Arial"/>
                <a:cs typeface="Arial"/>
              </a:defRPr>
            </a:pPr>
            <a:r>
              <a:rPr sz="1200">
                <a:solidFill>
                  <a:srgbClr val="111111"/>
                </a:solidFill>
                <a:latin typeface="Arial"/>
                <a:ea typeface="Arial"/>
                <a:cs typeface="Arial"/>
              </a:rPr>
              <a:t>Separate diagnostic runs</a:t>
            </a:r>
            <a:endParaRPr/>
          </a:p>
        </p:txBody>
      </p:sp>
      <p:sp>
        <p:nvSpPr>
          <p:cNvPr id="532" name="Google Shape;532;p58">
            <a:extLst xmlns:a="http://schemas.openxmlformats.org/drawingml/2006/main">
              <a:ext uri="{FF2B5EF4-FFF2-40B4-BE49-F238E27FC236}">
                <a16:creationId xmlns:a16="http://schemas.microsoft.com/office/drawing/2014/main" id="{C5959EFF-52C4-5B31-3FCE-BFF3A75CF3CF}"/>
              </a:ext>
            </a:extLst>
          </p:cNvPr>
          <p:cNvSpPr>
            <a:spLocks xmlns:a="http://schemas.openxmlformats.org/drawingml/2006/main" noGrp="1"/>
          </p:cNvSpPr>
          <p:nvPr>
            <p:ph type="sldNum" idx="4"/>
          </p:nvPr>
        </p:nvSpPr>
        <p:spPr>
          <a:xfrm xmlns:a="http://schemas.openxmlformats.org/drawingml/2006/main">
            <a:off x="11279332" y="6279294"/>
            <a:ext cx="518968" cy="241240"/>
          </a:xfrm>
        </p:spPr>
        <p:txBody>
          <a:bodyPr xmlns:a="http://schemas.openxmlformats.org/drawingml/2006/main" spcFirstLastPara="1" vert="horz" wrap="square" lIns="0" tIns="0" rIns="0" bIns="0" anchor="b">
            <a:noAutofit/>
          </a:bodyPr>
          <a:lstStyle xmlns:a="http://schemas.openxmlformats.org/drawingml/2006/main"/>
          <a:p xmlns:a="http://schemas.openxmlformats.org/drawingml/2006/main">
            <a:pPr>
              <a:defRPr sz="1275">
                <a:solidFill>
                  <a:srgbClr val="111111"/>
                </a:solidFill>
                <a:latin typeface="Arial"/>
                <a:ea typeface="Arial"/>
                <a:cs typeface="Arial"/>
              </a:defRPr>
            </a:pPr>
            <a:fld id="{E2598689-54C9-18A7-3A19-ED76AA08988F}" type="slidenum">
              <a:rPr sz="1275">
                <a:solidFill>
                  <a:srgbClr val="111111"/>
                </a:solidFill>
                <a:latin typeface="Arial"/>
                <a:ea typeface="Arial"/>
                <a:cs typeface="Arial"/>
              </a:rPr>
              <a:t>2</a:t>
            </a:fld>
            <a:endParaRPr/>
          </a:p>
        </p:txBody>
      </p:sp>
      <p:sp>
        <p:nvSpPr>
          <p:cNvPr id="533" name="Google Shape;533;p58">
            <a:extLst xmlns:a="http://schemas.openxmlformats.org/drawingml/2006/main">
              <a:ext uri="{FF2B5EF4-FFF2-40B4-BE49-F238E27FC236}">
                <a16:creationId xmlns:a16="http://schemas.microsoft.com/office/drawing/2014/main" id="{469ED97F-6CDE-1EE8-6602-FE9CC4D732BE}"/>
              </a:ext>
            </a:extLst>
          </p:cNvPr>
          <p:cNvSpPr>
            <a:spLocks xmlns:a="http://schemas.openxmlformats.org/drawingml/2006/main" noGrp="1"/>
          </p:cNvSpPr>
          <p:nvPr>
            <p:ph type="title" idx="0"/>
          </p:nvPr>
        </p:nvSpPr>
        <p:spPr>
          <a:xfrm xmlns:a="http://schemas.openxmlformats.org/drawingml/2006/main">
            <a:off x="393700" y="344008"/>
            <a:ext cx="11404600" cy="1047491"/>
          </a:xfrm>
        </p:spPr>
        <p:txBody>
          <a:bodyPr xmlns:a="http://schemas.openxmlformats.org/drawingml/2006/main" spcFirstLastPara="1" vert="horz" wrap="square" lIns="0" tIns="0" rIns="0" bIns="0" anchor="t">
            <a:noAutofit/>
          </a:bodyPr>
          <a:lstStyle xmlns:a="http://schemas.openxmlformats.org/drawingml/2006/main"/>
          <a:p xmlns:a="http://schemas.openxmlformats.org/drawingml/2006/main">
            <a:pPr>
              <a:defRPr sz="2700">
                <a:solidFill>
                  <a:srgbClr val="111111"/>
                </a:solidFill>
                <a:latin typeface="Arial"/>
                <a:ea typeface="Arial"/>
                <a:cs typeface="Arial"/>
              </a:defRPr>
            </a:pPr>
            <a:r>
              <a:rPr sz="2700">
                <a:solidFill>
                  <a:srgbClr val="111111"/>
                </a:solidFill>
                <a:latin typeface="Arial"/>
                <a:ea typeface="Arial"/>
                <a:cs typeface="Arial"/>
              </a:rPr>
              <a:t>Candidate search exceeds TOI filtering</a:t>
            </a:r>
          </a:p>
        </p:txBody>
      </p:sp>
      <p:sp>
        <p:nvSpPr>
          <p:cNvPr id="2" name="Google Shape;534;p58">
            <a:extLst xmlns:a="http://schemas.openxmlformats.org/drawingml/2006/main">
              <a:ext uri="{FF2B5EF4-FFF2-40B4-BE49-F238E27FC236}">
                <a16:creationId xmlns:a16="http://schemas.microsoft.com/office/drawing/2014/main" id="{A4A94F3C-B1B2-7289-7098-7C66C8A291D6}"/>
              </a:ext>
            </a:extLst>
          </p:cNvPr>
          <p:cNvSpPr>
            <a:spLocks xmlns:a="http://schemas.openxmlformats.org/drawingml/2006/main" noGrp="1"/>
          </p:cNvSpPr>
          <p:nvPr/>
        </p:nvSpPr>
        <p:spPr>
          <a:xfrm xmlns:a="http://schemas.openxmlformats.org/drawingml/2006/main">
            <a:off x="6265111" y="2192694"/>
            <a:ext cx="5537200" cy="3801706"/>
          </a:xfrm>
          <a:prstGeom xmlns:a="http://schemas.openxmlformats.org/drawingml/2006/main" prst="rect">
            <a:avLst/>
          </a:prstGeom>
        </p:spPr>
        <p:txBody>
          <a:bodyPr xmlns:a="http://schemas.openxmlformats.org/drawingml/2006/main" spcFirstLastPara="1" vert="horz" wrap="square" lIns="0" tIns="0" rIns="0" bIns="0" anchor="t">
            <a:noAutofit/>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4000"/>
              </a:lnSpc>
              <a:spcBef>
                <a:spcPts val="0"/>
              </a:spcBef>
              <a:spcAft>
                <a:spcPts val="800"/>
              </a:spcAft>
              <a:buFont typeface="Arial"/>
              <a:buNone/>
              <a:defRPr sz="1875">
                <a:solidFill>
                  <a:srgbClr val="111111"/>
                </a:solidFill>
                <a:latin typeface="Arial"/>
                <a:ea typeface="Arial"/>
                <a:cs typeface="Arial"/>
              </a:defRPr>
            </a:pPr>
            <a:r>
              <a:rPr sz="1875">
                <a:solidFill>
                  <a:srgbClr val="111111"/>
                </a:solidFill>
                <a:latin typeface="Arial"/>
                <a:ea typeface="Arial"/>
                <a:cs typeface="Arial"/>
              </a:rPr>
              <a:t>Pair-set dynamics</a:t>
            </a:r>
          </a:p>
          <a:p xmlns:a="http://schemas.openxmlformats.org/drawingml/2006/main">
            <a:pPr marL="0" indent="0">
              <a:lnSpc>
                <a:spcPct val="114000"/>
              </a:lnSpc>
              <a:spcBef>
                <a:spcPts val="0"/>
              </a:spcBef>
              <a:spcAft>
                <a:spcPts val="800"/>
              </a:spcAft>
              <a:buFont typeface="Arial"/>
              <a:buNone/>
            </a:pPr>
            <a:r>
              <a:rPr sz="1400">
                <a:latin typeface="Helvetica Neue"/>
                <a:ea typeface="Helvetica Neue"/>
                <a:cs typeface="Helvetica Neue"/>
              </a:rPr>
              <a:t/>
            </a:r>
          </a:p>
          <a:p xmlns:a="http://schemas.openxmlformats.org/drawingml/2006/main">
            <a:pPr marL="0" indent="0">
              <a:lnSpc>
                <a:spcPct val="114000"/>
              </a:lnSpc>
              <a:spcBef>
                <a:spcPts val="0"/>
              </a:spcBef>
              <a:spcAft>
                <a:spcPts val="800"/>
              </a:spcAft>
              <a:buFont typeface="Arial"/>
              <a:buNone/>
              <a:defRPr sz="1875">
                <a:solidFill>
                  <a:srgbClr val="111111"/>
                </a:solidFill>
                <a:latin typeface="Arial"/>
                <a:ea typeface="Arial"/>
                <a:cs typeface="Arial"/>
              </a:defRPr>
            </a:pPr>
            <a:r>
              <a:rPr sz="1875">
                <a:solidFill>
                  <a:srgbClr val="111111"/>
                </a:solidFill>
                <a:latin typeface="Arial"/>
                <a:ea typeface="Arial"/>
                <a:cs typeface="Arial"/>
              </a:rPr>
              <a:t>Across six runs, 1 of 246 active-pair DCD calls found no new pair.</a:t>
            </a:r>
          </a:p>
          <a:p xmlns:a="http://schemas.openxmlformats.org/drawingml/2006/main">
            <a:pPr marL="0" indent="0">
              <a:lnSpc>
                <a:spcPct val="114000"/>
              </a:lnSpc>
              <a:spcBef>
                <a:spcPts val="0"/>
              </a:spcBef>
              <a:spcAft>
                <a:spcPts val="800"/>
              </a:spcAft>
              <a:buFont typeface="Arial"/>
              <a:buNone/>
            </a:pPr>
            <a:r>
              <a:rPr sz="1400">
                <a:latin typeface="Helvetica Neue"/>
                <a:ea typeface="Helvetica Neue"/>
                <a:cs typeface="Helvetica Neue"/>
              </a:rPr>
              <a:t/>
            </a:r>
          </a:p>
          <a:p xmlns:a="http://schemas.openxmlformats.org/drawingml/2006/main">
            <a:pPr marL="0" indent="0">
              <a:lnSpc>
                <a:spcPct val="114000"/>
              </a:lnSpc>
              <a:spcBef>
                <a:spcPts val="0"/>
              </a:spcBef>
              <a:spcAft>
                <a:spcPts val="800"/>
              </a:spcAft>
              <a:buFont typeface="Arial"/>
              <a:buNone/>
              <a:defRPr sz="1875">
                <a:solidFill>
                  <a:srgbClr val="111111"/>
                </a:solidFill>
                <a:latin typeface="Arial"/>
                <a:ea typeface="Arial"/>
                <a:cs typeface="Arial"/>
              </a:defRPr>
            </a:pPr>
            <a:r>
              <a:rPr sz="1875">
                <a:solidFill>
                  <a:srgbClr val="111111"/>
                </a:solidFill>
                <a:latin typeface="Arial"/>
                <a:ea typeface="Arial"/>
                <a:cs typeface="Arial"/>
              </a:rPr>
              <a:t>That exception was an initial DCD call at frame 40 in one run.</a:t>
            </a:r>
          </a:p>
          <a:p xmlns:a="http://schemas.openxmlformats.org/drawingml/2006/main">
            <a:pPr marL="0" indent="0">
              <a:lnSpc>
                <a:spcPct val="114000"/>
              </a:lnSpc>
              <a:spcBef>
                <a:spcPts val="0"/>
              </a:spcBef>
              <a:spcAft>
                <a:spcPts val="800"/>
              </a:spcAft>
              <a:buFont typeface="Arial"/>
              <a:buNone/>
            </a:pPr>
            <a:r>
              <a:rPr sz="1400">
                <a:latin typeface="Helvetica Neue"/>
                <a:ea typeface="Helvetica Neue"/>
                <a:cs typeface="Helvetica Neue"/>
              </a:rPr>
              <a:t/>
            </a:r>
          </a:p>
          <a:p xmlns:a="http://schemas.openxmlformats.org/drawingml/2006/main">
            <a:pPr marL="0" indent="0">
              <a:lnSpc>
                <a:spcPct val="114000"/>
              </a:lnSpc>
              <a:spcBef>
                <a:spcPts val="0"/>
              </a:spcBef>
              <a:spcAft>
                <a:spcPts val="800"/>
              </a:spcAft>
              <a:buFont typeface="Arial"/>
              <a:buNone/>
              <a:defRPr sz="1875">
                <a:solidFill>
                  <a:srgbClr val="111111"/>
                </a:solidFill>
                <a:latin typeface="Arial"/>
                <a:ea typeface="Arial"/>
                <a:cs typeface="Arial"/>
              </a:defRPr>
            </a:pPr>
            <a:r>
              <a:rPr sz="1875">
                <a:solidFill>
                  <a:srgbClr val="111111"/>
                </a:solidFill>
                <a:latin typeface="Arial"/>
                <a:ea typeface="Arial"/>
                <a:cs typeface="Arial"/>
              </a:rPr>
              <a:t>Perfect whole-call removal saves under 4% of diagnostic time.</a:t>
            </a:r>
          </a:p>
        </p:txBody>
      </p:sp>
    </p:spTree>
    <p:extLst>
      <p:ext uri="{BB962C8B-B14F-4D97-AF65-F5344CB8AC3E}">
        <p14:creationId xmlns:p14="http://schemas.microsoft.com/office/powerpoint/2010/main" val="546221724"/>
      </p:ext>
    </p:extLst>
  </p:cSld>
</p:sld>
</file>

<file path=ppt/slides/slide3.xml><?xml version="1.0" encoding="utf-8"?>
<p:sld xmlns:p="http://schemas.openxmlformats.org/presentationml/2006/main">
  <p:cSld>
    <p:spTree>
      <p:nvGrpSpPr>
        <p:cNvPr id="1" name=""/>
        <p:cNvGrpSpPr/>
        <p:nvPr/>
      </p:nvGrpSpPr>
      <p:grpSpPr>
        <a:xfrm xmlns:a="http://schemas.openxmlformats.org/drawingml/2006/main"/>
      </p:grpSpPr>
      <p:sp>
        <p:nvSpPr>
          <p:cNvPr id="7" name="Footer Placeholder 6">
            <a:extLst xmlns:a="http://schemas.openxmlformats.org/drawingml/2006/main">
              <a:ext uri="{FF2B5EF4-FFF2-40B4-BE49-F238E27FC236}">
                <a16:creationId xmlns:a16="http://schemas.microsoft.com/office/drawing/2014/main" id="{3AC3A10F-8642-8154-9AEA-7110D289C62E}"/>
              </a:ext>
            </a:extLst>
          </p:cNvPr>
          <p:cNvSpPr>
            <a:spLocks xmlns:a="http://schemas.openxmlformats.org/drawingml/2006/main" noGrp="1"/>
          </p:cNvSpPr>
          <p:nvPr>
            <p:ph type="ftr" idx="3"/>
          </p:nvPr>
        </p:nvSpPr>
        <p:spPr>
          <a:xfrm xmlns:a="http://schemas.openxmlformats.org/drawingml/2006/main">
            <a:off x="393700" y="6279952"/>
            <a:ext cx="3568700" cy="241240"/>
          </a:xfrm>
        </p:spPr>
        <p:txBody>
          <a:bodyPr xmlns:a="http://schemas.openxmlformats.org/drawingml/2006/main">
            <a:noAutofit/>
          </a:bodyPr>
          <a:lstStyle xmlns:a="http://schemas.openxmlformats.org/drawingml/2006/main"/>
          <a:p xmlns:a="http://schemas.openxmlformats.org/drawingml/2006/main">
            <a:pPr>
              <a:defRPr sz="1125">
                <a:solidFill>
                  <a:srgbClr val="111111"/>
                </a:solidFill>
                <a:latin typeface="Arial"/>
                <a:ea typeface="Arial"/>
                <a:cs typeface="Arial"/>
              </a:defRPr>
            </a:pPr>
            <a:r>
              <a:rPr sz="1125">
                <a:solidFill>
                  <a:srgbClr val="111111"/>
                </a:solidFill>
                <a:latin typeface="Arial"/>
                <a:ea typeface="Arial"/>
                <a:cs typeface="Arial"/>
              </a:rPr>
              <a:t>Decision: upper bound ≥1.2× and three scene families</a:t>
            </a:r>
            <a:endParaRPr/>
          </a:p>
        </p:txBody>
      </p:sp>
      <p:sp>
        <p:nvSpPr>
          <p:cNvPr id="4" name="Slide Number Placeholder 3">
            <a:extLst xmlns:a="http://schemas.openxmlformats.org/drawingml/2006/main">
              <a:ext uri="{FF2B5EF4-FFF2-40B4-BE49-F238E27FC236}">
                <a16:creationId xmlns:a16="http://schemas.microsoft.com/office/drawing/2014/main" id="{6BBF0163-E4B1-61D1-776D-45470B16F0F4}"/>
              </a:ext>
            </a:extLst>
          </p:cNvPr>
          <p:cNvSpPr>
            <a:spLocks xmlns:a="http://schemas.openxmlformats.org/drawingml/2006/main" noGrp="1"/>
          </p:cNvSpPr>
          <p:nvPr>
            <p:ph type="sldNum" idx="4"/>
          </p:nvPr>
        </p:nvSpPr>
        <p:spPr>
          <a:xfrm xmlns:a="http://schemas.openxmlformats.org/drawingml/2006/main">
            <a:off x="11279332" y="6279294"/>
            <a:ext cx="518968" cy="241240"/>
          </a:xfrm>
        </p:spPr>
        <p:txBody>
          <a:bodyPr xmlns:a="http://schemas.openxmlformats.org/drawingml/2006/main">
            <a:noAutofit/>
          </a:bodyPr>
          <a:lstStyle xmlns:a="http://schemas.openxmlformats.org/drawingml/2006/main"/>
          <a:p xmlns:a="http://schemas.openxmlformats.org/drawingml/2006/main">
            <a:pPr>
              <a:defRPr sz="1275">
                <a:solidFill>
                  <a:srgbClr val="111111"/>
                </a:solidFill>
                <a:latin typeface="Arial"/>
                <a:ea typeface="Arial"/>
                <a:cs typeface="Arial"/>
              </a:defRPr>
            </a:pPr>
            <a:fld id="{202359C0-8A7A-196E-DD58-8E6569619F09}" type="slidenum">
              <a:rPr sz="1275">
                <a:solidFill>
                  <a:srgbClr val="111111"/>
                </a:solidFill>
                <a:latin typeface="Arial"/>
                <a:ea typeface="Arial"/>
                <a:cs typeface="Arial"/>
              </a:rPr>
              <a:t>3</a:t>
            </a:fld>
            <a:endParaRPr/>
          </a:p>
        </p:txBody>
      </p:sp>
      <p:sp>
        <p:nvSpPr>
          <p:cNvPr id="11" name="Title 10">
            <a:extLst xmlns:a="http://schemas.openxmlformats.org/drawingml/2006/main">
              <a:ext uri="{FF2B5EF4-FFF2-40B4-BE49-F238E27FC236}">
                <a16:creationId xmlns:a16="http://schemas.microsoft.com/office/drawing/2014/main" id="{9759E2FE-9F02-E1B4-EBBC-AA8624ACC339}"/>
              </a:ext>
            </a:extLst>
          </p:cNvPr>
          <p:cNvSpPr>
            <a:spLocks xmlns:a="http://schemas.openxmlformats.org/drawingml/2006/main" noGrp="1"/>
          </p:cNvSpPr>
          <p:nvPr>
            <p:ph type="title" idx="0"/>
          </p:nvPr>
        </p:nvSpPr>
        <p:spPr>
          <a:xfrm xmlns:a="http://schemas.openxmlformats.org/drawingml/2006/main">
            <a:off x="393700" y="344008"/>
            <a:ext cx="11404600" cy="1047491"/>
          </a:xfrm>
        </p:spPr>
        <p:txBody>
          <a:bodyPr xmlns:a="http://schemas.openxmlformats.org/drawingml/2006/main">
            <a:noAutofit/>
          </a:bodyPr>
          <a:lstStyle xmlns:a="http://schemas.openxmlformats.org/drawingml/2006/main"/>
          <a:p xmlns:a="http://schemas.openxmlformats.org/drawingml/2006/main">
            <a:pPr>
              <a:defRPr sz="2700">
                <a:solidFill>
                  <a:srgbClr val="111111"/>
                </a:solidFill>
                <a:latin typeface="Arial"/>
                <a:ea typeface="Arial"/>
                <a:cs typeface="Arial"/>
              </a:defRPr>
            </a:pPr>
            <a:r>
              <a:rPr sz="2700">
                <a:solidFill>
                  <a:srgbClr val="111111"/>
                </a:solidFill>
                <a:latin typeface="Arial"/>
                <a:ea typeface="Arial"/>
                <a:cs typeface="Arial"/>
              </a:rPr>
              <a:t>Can regions avoid rediscovery safely?</a:t>
            </a:r>
          </a:p>
        </p:txBody>
      </p:sp>
      <p:cxnSp>
        <p:nvCxnSpPr>
          <p:cNvPr id="23" name="Google Shape;2259;p159"/>
          <p:cNvCxnSpPr>
            <a:stCxn xmlns:a="http://schemas.openxmlformats.org/drawingml/2006/main" id="3" idx="2"/>
          </p:cNvCxnSpPr>
          <p:nvPr/>
        </p:nvCxnSpPr>
        <p:spPr>
          <a:xfrm xmlns:a="http://schemas.openxmlformats.org/drawingml/2006/main">
            <a:off x="337718" y="3373753"/>
            <a:ext cx="11849100" cy="300"/>
          </a:xfrm>
          <a:prstGeom xmlns:a="http://schemas.openxmlformats.org/drawingml/2006/main" prst="straightConnector1">
            <a:avLst/>
          </a:prstGeom>
          <a:ln xmlns:a="http://schemas.openxmlformats.org/drawingml/2006/main" w="9525" cap="flat">
            <a:solidFill>
              <a:schemeClr val="dk1"/>
            </a:solidFill>
            <a:prstDash val="solid"/>
            <a:round/>
            <a:headEnd type="none" w="med" len="med"/>
            <a:tailEnd type="none" w="med" len="med"/>
          </a:ln>
        </p:spPr>
      </p:cxnSp>
      <p:sp>
        <p:nvSpPr>
          <p:cNvPr id="3" name="Google Shape;2260;p159">
            <a:extLst xmlns:a="http://schemas.openxmlformats.org/drawingml/2006/main">
              <a:ext uri="{FF2B5EF4-FFF2-40B4-BE49-F238E27FC236}">
                <a16:creationId xmlns:a16="http://schemas.microsoft.com/office/drawing/2014/main" id="{39A86B1D-EA5D-3FA6-7D83-8F21D70E330E}"/>
              </a:ext>
            </a:extLst>
          </p:cNvPr>
          <p:cNvSpPr>
            <a:spLocks xmlns:a="http://schemas.openxmlformats.org/drawingml/2006/main" noGrp="1"/>
          </p:cNvSpPr>
          <p:nvPr/>
        </p:nvSpPr>
        <p:spPr>
          <a:xfrm xmlns:a="http://schemas.openxmlformats.org/drawingml/2006/main">
            <a:off x="337718" y="3320203"/>
            <a:ext cx="107100" cy="107100"/>
          </a:xfrm>
          <a:prstGeom xmlns:a="http://schemas.openxmlformats.org/drawingml/2006/main" prst="ellipse">
            <a:avLst/>
          </a:prstGeom>
          <a:solidFill xmlns:a="http://schemas.openxmlformats.org/drawingml/2006/main">
            <a:schemeClr val="dk1"/>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marR="0" lvl="0" indent="0" algn="ctr">
              <a:lnSpc>
                <a:spcPct val="100000"/>
              </a:lnSpc>
              <a:spcBef>
                <a:spcPts val="0"/>
              </a:spcBef>
              <a:spcAft>
                <a:spcPts val="0"/>
              </a:spcAft>
              <a:buNone/>
            </a:pPr>
            <a:endParaRPr>
              <a:latin typeface="OpenAI Sans"/>
              <a:ea typeface="OpenAI Sans"/>
              <a:cs typeface="OpenAI Sans"/>
            </a:endParaRPr>
          </a:p>
        </p:txBody>
      </p:sp>
      <p:sp>
        <p:nvSpPr>
          <p:cNvPr id="5" name="Google Shape;2261;p159">
            <a:extLst xmlns:a="http://schemas.openxmlformats.org/drawingml/2006/main">
              <a:ext uri="{FF2B5EF4-FFF2-40B4-BE49-F238E27FC236}">
                <a16:creationId xmlns:a16="http://schemas.microsoft.com/office/drawing/2014/main" id="{A1013DAF-A2C3-BC42-73D5-9D8AB55DCA94}"/>
              </a:ext>
            </a:extLst>
          </p:cNvPr>
          <p:cNvSpPr>
            <a:spLocks xmlns:a="http://schemas.openxmlformats.org/drawingml/2006/main" noGrp="1"/>
          </p:cNvSpPr>
          <p:nvPr/>
        </p:nvSpPr>
        <p:spPr>
          <a:xfrm xmlns:a="http://schemas.openxmlformats.org/drawingml/2006/main">
            <a:off x="4251750" y="3320203"/>
            <a:ext cx="107100" cy="107100"/>
          </a:xfrm>
          <a:prstGeom xmlns:a="http://schemas.openxmlformats.org/drawingml/2006/main" prst="ellipse">
            <a:avLst/>
          </a:prstGeom>
          <a:solidFill xmlns:a="http://schemas.openxmlformats.org/drawingml/2006/main">
            <a:schemeClr val="dk1"/>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marR="0" lvl="0" indent="0" algn="ctr">
              <a:lnSpc>
                <a:spcPct val="100000"/>
              </a:lnSpc>
              <a:spcBef>
                <a:spcPts val="0"/>
              </a:spcBef>
              <a:spcAft>
                <a:spcPts val="0"/>
              </a:spcAft>
              <a:buNone/>
            </a:pPr>
            <a:endParaRPr>
              <a:latin typeface="OpenAI Sans"/>
              <a:ea typeface="OpenAI Sans"/>
              <a:cs typeface="OpenAI Sans"/>
            </a:endParaRPr>
          </a:p>
        </p:txBody>
      </p:sp>
      <p:sp>
        <p:nvSpPr>
          <p:cNvPr id="6" name="Google Shape;2262;p159">
            <a:extLst xmlns:a="http://schemas.openxmlformats.org/drawingml/2006/main">
              <a:ext uri="{FF2B5EF4-FFF2-40B4-BE49-F238E27FC236}">
                <a16:creationId xmlns:a16="http://schemas.microsoft.com/office/drawing/2014/main" id="{4654A74A-2C40-A8C6-E9F9-43C58A3ADE20}"/>
              </a:ext>
            </a:extLst>
          </p:cNvPr>
          <p:cNvSpPr>
            <a:spLocks xmlns:a="http://schemas.openxmlformats.org/drawingml/2006/main" noGrp="1"/>
          </p:cNvSpPr>
          <p:nvPr/>
        </p:nvSpPr>
        <p:spPr>
          <a:xfrm xmlns:a="http://schemas.openxmlformats.org/drawingml/2006/main">
            <a:off x="8176050" y="3320203"/>
            <a:ext cx="107100" cy="107100"/>
          </a:xfrm>
          <a:prstGeom xmlns:a="http://schemas.openxmlformats.org/drawingml/2006/main" prst="ellipse">
            <a:avLst/>
          </a:prstGeom>
          <a:solidFill xmlns:a="http://schemas.openxmlformats.org/drawingml/2006/main">
            <a:schemeClr val="dk1"/>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marR="0" lvl="0" indent="0" algn="ctr">
              <a:lnSpc>
                <a:spcPct val="100000"/>
              </a:lnSpc>
              <a:spcBef>
                <a:spcPts val="0"/>
              </a:spcBef>
              <a:spcAft>
                <a:spcPts val="0"/>
              </a:spcAft>
              <a:buNone/>
            </a:pPr>
            <a:endParaRPr>
              <a:latin typeface="OpenAI Sans"/>
              <a:ea typeface="OpenAI Sans"/>
              <a:cs typeface="OpenAI Sans"/>
            </a:endParaRPr>
          </a:p>
        </p:txBody>
      </p:sp>
      <p:sp>
        <p:nvSpPr>
          <p:cNvPr id="9" name="Content Placeholder 15">
            <a:extLst xmlns:a="http://schemas.openxmlformats.org/drawingml/2006/main">
              <a:ext uri="{FF2B5EF4-FFF2-40B4-BE49-F238E27FC236}">
                <a16:creationId xmlns:a16="http://schemas.microsoft.com/office/drawing/2014/main" id="{76C75857-E8EA-1B37-0464-3C7048D7FBEB}"/>
              </a:ext>
            </a:extLst>
          </p:cNvPr>
          <p:cNvSpPr>
            <a:spLocks xmlns:a="http://schemas.openxmlformats.org/drawingml/2006/main" noGrp="1"/>
          </p:cNvSpPr>
          <p:nvPr/>
        </p:nvSpPr>
        <p:spPr>
          <a:xfrm xmlns:a="http://schemas.openxmlformats.org/drawingml/2006/main">
            <a:off x="393700" y="2843266"/>
            <a:ext cx="1612900" cy="262400"/>
          </a:xfrm>
          <a:prstGeom xmlns:a="http://schemas.openxmlformats.org/drawingml/2006/main" prst="rect">
            <a:avLst/>
          </a:prstGeom>
        </p:spPr>
        <p:txBody>
          <a:bodyPr xmlns:a="http://schemas.openxmlformats.org/drawingml/2006/main" vert="horz" lIns="0" tIns="0" rIns="0" bIns="0">
            <a:noAutofit/>
          </a:bodyPr>
          <a:lstStyle xmlns:a="http://schemas.openxmlformats.org/drawingml/2006/main">
            <a:lvl1pPr marL="228600" indent="-228600" algn="l" defTabSz="914400">
              <a:lnSpc>
                <a:spcPct val="90000"/>
              </a:lnSpc>
              <a:spcBef>
                <a:spcPts val="1000"/>
              </a:spcBef>
              <a:buFont typeface="Arial"/>
              <a:buNone/>
              <a:defRPr sz="1600" kern="1200">
                <a:solidFill>
                  <a:schemeClr val="tx1"/>
                </a:solidFill>
                <a:latin typeface="+mn-lt"/>
                <a:ea typeface="+mn-lt"/>
                <a:cs typeface="+mn-lt"/>
              </a:defRPr>
            </a:lvl1pPr>
            <a:lvl2pPr marL="685800" indent="-228600" algn="l" defTabSz="914400">
              <a:lnSpc>
                <a:spcPct val="90000"/>
              </a:lnSpc>
              <a:spcBef>
                <a:spcPts val="500"/>
              </a:spcBef>
              <a:buFont typeface="Arial"/>
              <a:buNone/>
              <a:defRPr sz="1600" kern="1200">
                <a:solidFill>
                  <a:schemeClr val="tx1"/>
                </a:solidFill>
                <a:latin typeface="+mn-lt"/>
                <a:ea typeface="+mn-lt"/>
                <a:cs typeface="+mn-lt"/>
              </a:defRPr>
            </a:lvl2pPr>
            <a:lvl3pPr marL="1143000" indent="-228600" algn="l" defTabSz="914400">
              <a:lnSpc>
                <a:spcPct val="90000"/>
              </a:lnSpc>
              <a:spcBef>
                <a:spcPts val="500"/>
              </a:spcBef>
              <a:buFont typeface="Arial"/>
              <a:buNone/>
              <a:defRPr sz="1600" kern="1200">
                <a:solidFill>
                  <a:schemeClr val="tx1"/>
                </a:solidFill>
                <a:latin typeface="+mn-lt"/>
                <a:ea typeface="+mn-lt"/>
                <a:cs typeface="+mn-lt"/>
              </a:defRPr>
            </a:lvl3pPr>
            <a:lvl4pPr marL="1600200" indent="-228600" algn="l" defTabSz="914400">
              <a:lnSpc>
                <a:spcPct val="90000"/>
              </a:lnSpc>
              <a:spcBef>
                <a:spcPts val="500"/>
              </a:spcBef>
              <a:buFont typeface="Arial"/>
              <a:buNone/>
              <a:defRPr sz="1600" kern="1200">
                <a:solidFill>
                  <a:schemeClr val="tx1"/>
                </a:solidFill>
                <a:latin typeface="+mn-lt"/>
                <a:ea typeface="+mn-lt"/>
                <a:cs typeface="+mn-lt"/>
              </a:defRPr>
            </a:lvl4pPr>
            <a:lvl5pPr marL="2057400" indent="-228600" algn="l" defTabSz="914400">
              <a:lnSpc>
                <a:spcPct val="90000"/>
              </a:lnSpc>
              <a:spcBef>
                <a:spcPts val="500"/>
              </a:spcBef>
              <a:buFont typeface="Arial"/>
              <a:buNone/>
              <a:defRPr sz="16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4000"/>
              </a:lnSpc>
              <a:spcBef>
                <a:spcPts val="0"/>
              </a:spcBef>
              <a:spcAft>
                <a:spcPts val="800"/>
              </a:spcAft>
              <a:buNone/>
              <a:defRPr sz="1575">
                <a:solidFill>
                  <a:srgbClr val="111111"/>
                </a:solidFill>
                <a:latin typeface="Arial"/>
                <a:ea typeface="Arial"/>
                <a:cs typeface="Arial"/>
              </a:defRPr>
            </a:pPr>
            <a:r>
              <a:rPr sz="1575">
                <a:solidFill>
                  <a:srgbClr val="111111"/>
                </a:solidFill>
                <a:latin typeface="Arial"/>
                <a:ea typeface="Arial"/>
                <a:cs typeface="Arial"/>
              </a:rPr>
              <a:t>01  DONE</a:t>
            </a:r>
          </a:p>
        </p:txBody>
      </p:sp>
      <p:sp>
        <p:nvSpPr>
          <p:cNvPr id="13" name="Content Placeholder 15">
            <a:extLst xmlns:a="http://schemas.openxmlformats.org/drawingml/2006/main">
              <a:ext uri="{FF2B5EF4-FFF2-40B4-BE49-F238E27FC236}">
                <a16:creationId xmlns:a16="http://schemas.microsoft.com/office/drawing/2014/main" id="{76AEECBA-C292-6302-8A8E-7EB14A54E420}"/>
              </a:ext>
            </a:extLst>
          </p:cNvPr>
          <p:cNvSpPr>
            <a:spLocks xmlns:a="http://schemas.openxmlformats.org/drawingml/2006/main" noGrp="1"/>
          </p:cNvSpPr>
          <p:nvPr/>
        </p:nvSpPr>
        <p:spPr>
          <a:xfrm xmlns:a="http://schemas.openxmlformats.org/drawingml/2006/main">
            <a:off x="4294187" y="2843266"/>
            <a:ext cx="1612900" cy="262400"/>
          </a:xfrm>
          <a:prstGeom xmlns:a="http://schemas.openxmlformats.org/drawingml/2006/main" prst="rect">
            <a:avLst/>
          </a:prstGeom>
        </p:spPr>
        <p:txBody>
          <a:bodyPr xmlns:a="http://schemas.openxmlformats.org/drawingml/2006/main" vert="horz" lIns="0" tIns="0" rIns="0" bIns="0">
            <a:noAutofit/>
          </a:bodyPr>
          <a:lstStyle xmlns:a="http://schemas.openxmlformats.org/drawingml/2006/main">
            <a:lvl1pPr marL="228600" indent="-228600" algn="l" defTabSz="914400">
              <a:lnSpc>
                <a:spcPct val="90000"/>
              </a:lnSpc>
              <a:spcBef>
                <a:spcPts val="1000"/>
              </a:spcBef>
              <a:buFont typeface="Arial"/>
              <a:buNone/>
              <a:defRPr sz="1600" kern="1200">
                <a:solidFill>
                  <a:schemeClr val="tx1"/>
                </a:solidFill>
                <a:latin typeface="+mn-lt"/>
                <a:ea typeface="+mn-lt"/>
                <a:cs typeface="+mn-lt"/>
              </a:defRPr>
            </a:lvl1pPr>
            <a:lvl2pPr marL="685800" indent="-228600" algn="l" defTabSz="914400">
              <a:lnSpc>
                <a:spcPct val="90000"/>
              </a:lnSpc>
              <a:spcBef>
                <a:spcPts val="500"/>
              </a:spcBef>
              <a:buFont typeface="Arial"/>
              <a:buNone/>
              <a:defRPr sz="1600" kern="1200">
                <a:solidFill>
                  <a:schemeClr val="tx1"/>
                </a:solidFill>
                <a:latin typeface="+mn-lt"/>
                <a:ea typeface="+mn-lt"/>
                <a:cs typeface="+mn-lt"/>
              </a:defRPr>
            </a:lvl2pPr>
            <a:lvl3pPr marL="1143000" indent="-228600" algn="l" defTabSz="914400">
              <a:lnSpc>
                <a:spcPct val="90000"/>
              </a:lnSpc>
              <a:spcBef>
                <a:spcPts val="500"/>
              </a:spcBef>
              <a:buFont typeface="Arial"/>
              <a:buNone/>
              <a:defRPr sz="1600" kern="1200">
                <a:solidFill>
                  <a:schemeClr val="tx1"/>
                </a:solidFill>
                <a:latin typeface="+mn-lt"/>
                <a:ea typeface="+mn-lt"/>
                <a:cs typeface="+mn-lt"/>
              </a:defRPr>
            </a:lvl3pPr>
            <a:lvl4pPr marL="1600200" indent="-228600" algn="l" defTabSz="914400">
              <a:lnSpc>
                <a:spcPct val="90000"/>
              </a:lnSpc>
              <a:spcBef>
                <a:spcPts val="500"/>
              </a:spcBef>
              <a:buFont typeface="Arial"/>
              <a:buNone/>
              <a:defRPr sz="1600" kern="1200">
                <a:solidFill>
                  <a:schemeClr val="tx1"/>
                </a:solidFill>
                <a:latin typeface="+mn-lt"/>
                <a:ea typeface="+mn-lt"/>
                <a:cs typeface="+mn-lt"/>
              </a:defRPr>
            </a:lvl4pPr>
            <a:lvl5pPr marL="2057400" indent="-228600" algn="l" defTabSz="914400">
              <a:lnSpc>
                <a:spcPct val="90000"/>
              </a:lnSpc>
              <a:spcBef>
                <a:spcPts val="500"/>
              </a:spcBef>
              <a:buFont typeface="Arial"/>
              <a:buNone/>
              <a:defRPr sz="16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4000"/>
              </a:lnSpc>
              <a:spcBef>
                <a:spcPts val="0"/>
              </a:spcBef>
              <a:spcAft>
                <a:spcPts val="800"/>
              </a:spcAft>
              <a:buNone/>
              <a:defRPr sz="1575">
                <a:solidFill>
                  <a:srgbClr val="111111"/>
                </a:solidFill>
                <a:latin typeface="Arial"/>
                <a:ea typeface="Arial"/>
                <a:cs typeface="Arial"/>
              </a:defRPr>
            </a:pPr>
            <a:r>
              <a:rPr sz="1575">
                <a:solidFill>
                  <a:srgbClr val="111111"/>
                </a:solidFill>
                <a:latin typeface="Arial"/>
                <a:ea typeface="Arial"/>
                <a:cs typeface="Arial"/>
              </a:rPr>
              <a:t>02  PROVE</a:t>
            </a:r>
          </a:p>
        </p:txBody>
      </p:sp>
      <p:sp>
        <p:nvSpPr>
          <p:cNvPr id="14" name="Content Placeholder 15">
            <a:extLst xmlns:a="http://schemas.openxmlformats.org/drawingml/2006/main">
              <a:ext uri="{FF2B5EF4-FFF2-40B4-BE49-F238E27FC236}">
                <a16:creationId xmlns:a16="http://schemas.microsoft.com/office/drawing/2014/main" id="{95982BB0-2387-9BAA-9F14-F45500C04700}"/>
              </a:ext>
            </a:extLst>
          </p:cNvPr>
          <p:cNvSpPr>
            <a:spLocks xmlns:a="http://schemas.openxmlformats.org/drawingml/2006/main" noGrp="1"/>
          </p:cNvSpPr>
          <p:nvPr/>
        </p:nvSpPr>
        <p:spPr>
          <a:xfrm xmlns:a="http://schemas.openxmlformats.org/drawingml/2006/main">
            <a:off x="8223249" y="2843266"/>
            <a:ext cx="1612900" cy="262400"/>
          </a:xfrm>
          <a:prstGeom xmlns:a="http://schemas.openxmlformats.org/drawingml/2006/main" prst="rect">
            <a:avLst/>
          </a:prstGeom>
        </p:spPr>
        <p:txBody>
          <a:bodyPr xmlns:a="http://schemas.openxmlformats.org/drawingml/2006/main" vert="horz" lIns="0" tIns="0" rIns="0" bIns="0">
            <a:noAutofit/>
          </a:bodyPr>
          <a:lstStyle xmlns:a="http://schemas.openxmlformats.org/drawingml/2006/main">
            <a:lvl1pPr marL="228600" indent="-228600" algn="l" defTabSz="914400">
              <a:lnSpc>
                <a:spcPct val="90000"/>
              </a:lnSpc>
              <a:spcBef>
                <a:spcPts val="1000"/>
              </a:spcBef>
              <a:buFont typeface="Arial"/>
              <a:buNone/>
              <a:defRPr sz="1600" kern="1200">
                <a:solidFill>
                  <a:schemeClr val="tx1"/>
                </a:solidFill>
                <a:latin typeface="+mn-lt"/>
                <a:ea typeface="+mn-lt"/>
                <a:cs typeface="+mn-lt"/>
              </a:defRPr>
            </a:lvl1pPr>
            <a:lvl2pPr marL="685800" indent="-228600" algn="l" defTabSz="914400">
              <a:lnSpc>
                <a:spcPct val="90000"/>
              </a:lnSpc>
              <a:spcBef>
                <a:spcPts val="500"/>
              </a:spcBef>
              <a:buFont typeface="Arial"/>
              <a:buNone/>
              <a:defRPr sz="1600" kern="1200">
                <a:solidFill>
                  <a:schemeClr val="tx1"/>
                </a:solidFill>
                <a:latin typeface="+mn-lt"/>
                <a:ea typeface="+mn-lt"/>
                <a:cs typeface="+mn-lt"/>
              </a:defRPr>
            </a:lvl2pPr>
            <a:lvl3pPr marL="1143000" indent="-228600" algn="l" defTabSz="914400">
              <a:lnSpc>
                <a:spcPct val="90000"/>
              </a:lnSpc>
              <a:spcBef>
                <a:spcPts val="500"/>
              </a:spcBef>
              <a:buFont typeface="Arial"/>
              <a:buNone/>
              <a:defRPr sz="1600" kern="1200">
                <a:solidFill>
                  <a:schemeClr val="tx1"/>
                </a:solidFill>
                <a:latin typeface="+mn-lt"/>
                <a:ea typeface="+mn-lt"/>
                <a:cs typeface="+mn-lt"/>
              </a:defRPr>
            </a:lvl3pPr>
            <a:lvl4pPr marL="1600200" indent="-228600" algn="l" defTabSz="914400">
              <a:lnSpc>
                <a:spcPct val="90000"/>
              </a:lnSpc>
              <a:spcBef>
                <a:spcPts val="500"/>
              </a:spcBef>
              <a:buFont typeface="Arial"/>
              <a:buNone/>
              <a:defRPr sz="1600" kern="1200">
                <a:solidFill>
                  <a:schemeClr val="tx1"/>
                </a:solidFill>
                <a:latin typeface="+mn-lt"/>
                <a:ea typeface="+mn-lt"/>
                <a:cs typeface="+mn-lt"/>
              </a:defRPr>
            </a:lvl4pPr>
            <a:lvl5pPr marL="2057400" indent="-228600" algn="l" defTabSz="914400">
              <a:lnSpc>
                <a:spcPct val="90000"/>
              </a:lnSpc>
              <a:spcBef>
                <a:spcPts val="500"/>
              </a:spcBef>
              <a:buFont typeface="Arial"/>
              <a:buNone/>
              <a:defRPr sz="16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4000"/>
              </a:lnSpc>
              <a:spcBef>
                <a:spcPts val="0"/>
              </a:spcBef>
              <a:spcAft>
                <a:spcPts val="800"/>
              </a:spcAft>
              <a:buNone/>
              <a:defRPr sz="1575">
                <a:solidFill>
                  <a:srgbClr val="111111"/>
                </a:solidFill>
                <a:latin typeface="Arial"/>
                <a:ea typeface="Arial"/>
                <a:cs typeface="Arial"/>
              </a:defRPr>
            </a:pPr>
            <a:r>
              <a:rPr sz="1575">
                <a:solidFill>
                  <a:srgbClr val="111111"/>
                </a:solidFill>
                <a:latin typeface="Arial"/>
                <a:ea typeface="Arial"/>
                <a:cs typeface="Arial"/>
              </a:rPr>
              <a:t>03  GENERALIZE</a:t>
            </a:r>
          </a:p>
        </p:txBody>
      </p:sp>
      <p:sp>
        <p:nvSpPr>
          <p:cNvPr id="8" name="Text Placeholder 16">
            <a:extLst xmlns:a="http://schemas.openxmlformats.org/drawingml/2006/main">
              <a:ext uri="{FF2B5EF4-FFF2-40B4-BE49-F238E27FC236}">
                <a16:creationId xmlns:a16="http://schemas.microsoft.com/office/drawing/2014/main" id="{D0EE3B6B-F07C-271E-2F97-41D7686F1C33}"/>
              </a:ext>
            </a:extLst>
          </p:cNvPr>
          <p:cNvSpPr>
            <a:spLocks xmlns:a="http://schemas.openxmlformats.org/drawingml/2006/main" noGrp="1"/>
          </p:cNvSpPr>
          <p:nvPr/>
        </p:nvSpPr>
        <p:spPr>
          <a:xfrm xmlns:a="http://schemas.openxmlformats.org/drawingml/2006/main">
            <a:off x="4317118" y="3822700"/>
            <a:ext cx="3156125" cy="1586256"/>
          </a:xfrm>
          <a:prstGeom xmlns:a="http://schemas.openxmlformats.org/drawingml/2006/main" prst="rect">
            <a:avLst/>
          </a:prstGeom>
        </p:spPr>
        <p:txBody>
          <a:bodyPr xmlns:a="http://schemas.openxmlformats.org/drawingml/2006/main" lIns="0" tIns="0" rIns="0" bIns="0">
            <a:noAutofit/>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4000"/>
              </a:lnSpc>
              <a:spcBef>
                <a:spcPts val="0"/>
              </a:spcBef>
              <a:spcAft>
                <a:spcPts val="800"/>
              </a:spcAft>
              <a:buFont typeface="Arial"/>
              <a:buNone/>
              <a:defRPr sz="1800">
                <a:solidFill>
                  <a:srgbClr val="111111"/>
                </a:solidFill>
                <a:latin typeface="Arial"/>
                <a:ea typeface="Arial"/>
                <a:cs typeface="Arial"/>
              </a:defRPr>
            </a:pPr>
            <a:r>
              <a:rPr sz="1800">
                <a:solidFill>
                  <a:srgbClr val="111111"/>
                </a:solidFill>
                <a:latin typeface="Arial"/>
                <a:ea typeface="Arial"/>
                <a:cs typeface="Arial"/>
              </a:rPr>
              <a:t>Measure regional headroom</a:t>
            </a:r>
          </a:p>
          <a:p xmlns:a="http://schemas.openxmlformats.org/drawingml/2006/main">
            <a:pPr marL="0" indent="0">
              <a:lnSpc>
                <a:spcPct val="114000"/>
              </a:lnSpc>
              <a:spcBef>
                <a:spcPts val="0"/>
              </a:spcBef>
              <a:spcAft>
                <a:spcPts val="800"/>
              </a:spcAft>
              <a:buFont typeface="Arial"/>
              <a:buNone/>
            </a:pPr>
            <a:r>
              <a:rPr sz="1600">
                <a:solidFill>
                  <a:prstClr val="black"/>
                </a:solidFill>
                <a:latin typeface="Helvetica Neue"/>
                <a:ea typeface="Helvetica Neue"/>
                <a:cs typeface="Helvetica Neue"/>
              </a:rPr>
              <a:t/>
            </a:r>
          </a:p>
          <a:p xmlns:a="http://schemas.openxmlformats.org/drawingml/2006/main">
            <a:pPr marL="0" indent="0">
              <a:lnSpc>
                <a:spcPct val="114000"/>
              </a:lnSpc>
              <a:spcBef>
                <a:spcPts val="0"/>
              </a:spcBef>
              <a:spcAft>
                <a:spcPts val="800"/>
              </a:spcAft>
              <a:buFont typeface="Arial"/>
              <a:buNone/>
              <a:defRPr sz="1800">
                <a:solidFill>
                  <a:srgbClr val="111111"/>
                </a:solidFill>
                <a:latin typeface="Arial"/>
                <a:ea typeface="Arial"/>
                <a:cs typeface="Arial"/>
              </a:defRPr>
            </a:pPr>
            <a:r>
              <a:rPr sz="1800">
                <a:solidFill>
                  <a:srgbClr val="111111"/>
                </a:solidFill>
                <a:latin typeface="Arial"/>
                <a:ea typeface="Arial"/>
                <a:cs typeface="Arial"/>
              </a:rPr>
              <a:t>Locate new pairs and bound motion before reusing collision data.</a:t>
            </a:r>
          </a:p>
        </p:txBody>
      </p:sp>
      <p:sp>
        <p:nvSpPr>
          <p:cNvPr id="15" name="Text Placeholder 16">
            <a:extLst xmlns:a="http://schemas.openxmlformats.org/drawingml/2006/main">
              <a:ext uri="{FF2B5EF4-FFF2-40B4-BE49-F238E27FC236}">
                <a16:creationId xmlns:a16="http://schemas.microsoft.com/office/drawing/2014/main" id="{B3EA0E10-C778-6971-AFB5-9B9B52B082D5}"/>
              </a:ext>
            </a:extLst>
          </p:cNvPr>
          <p:cNvSpPr>
            <a:spLocks xmlns:a="http://schemas.openxmlformats.org/drawingml/2006/main" noGrp="1"/>
          </p:cNvSpPr>
          <p:nvPr/>
        </p:nvSpPr>
        <p:spPr>
          <a:xfrm xmlns:a="http://schemas.openxmlformats.org/drawingml/2006/main">
            <a:off x="399873" y="3822700"/>
            <a:ext cx="3156125" cy="1586256"/>
          </a:xfrm>
          <a:prstGeom xmlns:a="http://schemas.openxmlformats.org/drawingml/2006/main" prst="rect">
            <a:avLst/>
          </a:prstGeom>
        </p:spPr>
        <p:txBody>
          <a:bodyPr xmlns:a="http://schemas.openxmlformats.org/drawingml/2006/main" lIns="0" tIns="0" rIns="0" bIns="0">
            <a:noAutofit/>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4000"/>
              </a:lnSpc>
              <a:spcBef>
                <a:spcPts val="0"/>
              </a:spcBef>
              <a:spcAft>
                <a:spcPts val="800"/>
              </a:spcAft>
              <a:buFont typeface="Arial"/>
              <a:buNone/>
              <a:defRPr sz="1800">
                <a:solidFill>
                  <a:srgbClr val="111111"/>
                </a:solidFill>
                <a:latin typeface="Arial"/>
                <a:ea typeface="Arial"/>
                <a:cs typeface="Arial"/>
              </a:defRPr>
            </a:pPr>
            <a:r>
              <a:rPr sz="1800">
                <a:solidFill>
                  <a:srgbClr val="111111"/>
                </a:solidFill>
                <a:latin typeface="Arial"/>
                <a:ea typeface="Arial"/>
                <a:cs typeface="Arial"/>
              </a:rPr>
              <a:t>Whole-call oracle: negative</a:t>
            </a:r>
          </a:p>
          <a:p xmlns:a="http://schemas.openxmlformats.org/drawingml/2006/main">
            <a:pPr marL="0" indent="0">
              <a:lnSpc>
                <a:spcPct val="114000"/>
              </a:lnSpc>
              <a:spcBef>
                <a:spcPts val="0"/>
              </a:spcBef>
              <a:spcAft>
                <a:spcPts val="800"/>
              </a:spcAft>
              <a:buFont typeface="Arial"/>
              <a:buNone/>
            </a:pPr>
            <a:r>
              <a:rPr sz="1600">
                <a:solidFill>
                  <a:prstClr val="black"/>
                </a:solidFill>
                <a:latin typeface="Helvetica Neue"/>
                <a:ea typeface="Helvetica Neue"/>
                <a:cs typeface="Helvetica Neue"/>
              </a:rPr>
              <a:t/>
            </a:r>
          </a:p>
          <a:p xmlns:a="http://schemas.openxmlformats.org/drawingml/2006/main">
            <a:pPr marL="0" indent="0">
              <a:lnSpc>
                <a:spcPct val="114000"/>
              </a:lnSpc>
              <a:spcBef>
                <a:spcPts val="0"/>
              </a:spcBef>
              <a:spcAft>
                <a:spcPts val="800"/>
              </a:spcAft>
              <a:buFont typeface="Arial"/>
              <a:buNone/>
              <a:defRPr sz="1800">
                <a:solidFill>
                  <a:srgbClr val="111111"/>
                </a:solidFill>
                <a:latin typeface="Arial"/>
                <a:ea typeface="Arial"/>
                <a:cs typeface="Arial"/>
              </a:defRPr>
            </a:pPr>
            <a:r>
              <a:rPr sz="1800">
                <a:solidFill>
                  <a:srgbClr val="111111"/>
                </a:solidFill>
                <a:latin typeface="Arial"/>
                <a:ea typeface="Arial"/>
                <a:cs typeface="Arial"/>
              </a:rPr>
              <a:t>One zero-new active-contact call in six runs; under 4% diagnostic time.</a:t>
            </a:r>
          </a:p>
        </p:txBody>
      </p:sp>
      <p:sp>
        <p:nvSpPr>
          <p:cNvPr id="19" name="Text Placeholder 16">
            <a:extLst xmlns:a="http://schemas.openxmlformats.org/drawingml/2006/main">
              <a:ext uri="{FF2B5EF4-FFF2-40B4-BE49-F238E27FC236}">
                <a16:creationId xmlns:a16="http://schemas.microsoft.com/office/drawing/2014/main" id="{5A9F39A9-7A23-0F85-F761-1AB9FA6B8FDE}"/>
              </a:ext>
            </a:extLst>
          </p:cNvPr>
          <p:cNvSpPr>
            <a:spLocks xmlns:a="http://schemas.openxmlformats.org/drawingml/2006/main" noGrp="1"/>
          </p:cNvSpPr>
          <p:nvPr/>
        </p:nvSpPr>
        <p:spPr>
          <a:xfrm xmlns:a="http://schemas.openxmlformats.org/drawingml/2006/main">
            <a:off x="8177917" y="3822700"/>
            <a:ext cx="3156125" cy="1586256"/>
          </a:xfrm>
          <a:prstGeom xmlns:a="http://schemas.openxmlformats.org/drawingml/2006/main" prst="rect">
            <a:avLst/>
          </a:prstGeom>
        </p:spPr>
        <p:txBody>
          <a:bodyPr xmlns:a="http://schemas.openxmlformats.org/drawingml/2006/main" lIns="0" tIns="0" rIns="0" bIns="0">
            <a:noAutofit/>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4000"/>
              </a:lnSpc>
              <a:spcBef>
                <a:spcPts val="0"/>
              </a:spcBef>
              <a:spcAft>
                <a:spcPts val="800"/>
              </a:spcAft>
              <a:buFont typeface="Arial"/>
              <a:buNone/>
              <a:defRPr sz="1800">
                <a:solidFill>
                  <a:srgbClr val="111111"/>
                </a:solidFill>
                <a:latin typeface="Arial"/>
                <a:ea typeface="Arial"/>
                <a:cs typeface="Arial"/>
              </a:defRPr>
            </a:pPr>
            <a:r>
              <a:rPr sz="1800">
                <a:solidFill>
                  <a:srgbClr val="111111"/>
                </a:solidFill>
                <a:latin typeface="Arial"/>
                <a:ea typeface="Arial"/>
                <a:cs typeface="Arial"/>
              </a:rPr>
              <a:t>Test hard scenes</a:t>
            </a:r>
          </a:p>
          <a:p xmlns:a="http://schemas.openxmlformats.org/drawingml/2006/main">
            <a:pPr marL="0" indent="0">
              <a:lnSpc>
                <a:spcPct val="114000"/>
              </a:lnSpc>
              <a:spcBef>
                <a:spcPts val="0"/>
              </a:spcBef>
              <a:spcAft>
                <a:spcPts val="800"/>
              </a:spcAft>
              <a:buFont typeface="Arial"/>
              <a:buNone/>
            </a:pPr>
            <a:r>
              <a:rPr sz="1600">
                <a:solidFill>
                  <a:prstClr val="black"/>
                </a:solidFill>
                <a:latin typeface="Helvetica Neue"/>
                <a:ea typeface="Helvetica Neue"/>
                <a:cs typeface="Helvetica Neue"/>
              </a:rPr>
              <a:t/>
            </a:r>
          </a:p>
          <a:p xmlns:a="http://schemas.openxmlformats.org/drawingml/2006/main">
            <a:pPr marL="0" indent="0">
              <a:lnSpc>
                <a:spcPct val="114000"/>
              </a:lnSpc>
              <a:spcBef>
                <a:spcPts val="0"/>
              </a:spcBef>
              <a:spcAft>
                <a:spcPts val="800"/>
              </a:spcAft>
              <a:buFont typeface="Arial"/>
              <a:buNone/>
              <a:defRPr sz="1800">
                <a:solidFill>
                  <a:srgbClr val="111111"/>
                </a:solidFill>
                <a:latin typeface="Arial"/>
                <a:ea typeface="Arial"/>
                <a:cs typeface="Arial"/>
              </a:defRPr>
            </a:pPr>
            <a:r>
              <a:rPr sz="1800">
                <a:solidFill>
                  <a:srgbClr val="111111"/>
                </a:solidFill>
                <a:latin typeface="Arial"/>
                <a:ea typeface="Arial"/>
                <a:cs typeface="Arial"/>
              </a:rPr>
              <a:t>Twisting, sliding and dense self-contact; keep the same correctness checks.</a:t>
            </a:r>
          </a:p>
        </p:txBody>
      </p:sp>
    </p:spTree>
    <p:extLst>
      <p:ext uri="{BB962C8B-B14F-4D97-AF65-F5344CB8AC3E}">
        <p14:creationId xmlns:p14="http://schemas.microsoft.com/office/powerpoint/2010/main" val="3446338916"/>
      </p:ext>
    </p:extLst>
  </p:cSld>
</p:sld>
</file>

<file path=ppt/theme/theme1.xml><?xml version="1.0" encoding="utf-8"?>
<a:theme xmlns:a="http://schemas.openxmlformats.org/drawingml/2006/main" name="Default Codex Theme">
  <a:themeElements>
    <a:clrScheme name="Codex Colors">
      <a:dk1>
        <a:srgbClr val="000000"/>
      </a:dk1>
      <a:lt1>
        <a:srgbClr val="FFFFFF"/>
      </a:lt1>
      <a:dk2>
        <a:srgbClr val="00264F"/>
      </a:dk2>
      <a:lt2>
        <a:srgbClr val="D0EDFA"/>
      </a:lt2>
      <a:accent1>
        <a:srgbClr val="6DCBF4"/>
      </a:accent1>
      <a:accent2>
        <a:srgbClr val="3D8DFF"/>
      </a:accent2>
      <a:accent3>
        <a:srgbClr val="47E2C2"/>
      </a:accent3>
      <a:accent4>
        <a:srgbClr val="85DF7B"/>
      </a:accent4>
      <a:accent5>
        <a:srgbClr val="F7CB59"/>
      </a:accent5>
      <a:accent6>
        <a:srgbClr val="F67576"/>
      </a:accent6>
      <a:hlink>
        <a:srgbClr val="000000"/>
      </a:hlink>
      <a:folHlink>
        <a:srgbClr val="0097A7"/>
      </a:folHlink>
    </a:clrScheme>
    <a:fontScheme name="Helvetica Neue">
      <a:majorFont>
        <a:latin typeface="Helvetica Neue"/>
        <a:ea typeface=""/>
        <a:cs typeface=""/>
      </a:majorFont>
      <a:minorFont>
        <a:latin typeface="Helvetica Neue"/>
        <a:ea typeface=""/>
        <a:cs typeface=""/>
      </a:minorFont>
    </a:fontScheme>
    <a:fmtScheme name="Codex Colors">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2026-09-16T11:29:39.1110000Z</dcterms:created>
  <dcterms:modified xsi:type="dcterms:W3CDTF">2026-09-16T11:29:39.1110000Z</dcterms:modified>
</coreProperties>
</file>